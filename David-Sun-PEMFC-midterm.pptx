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14"/>
  </p:notesMasterIdLst>
  <p:handoutMasterIdLst>
    <p:handoutMasterId r:id="rId15"/>
  </p:handoutMasterIdLst>
  <p:sldIdLst>
    <p:sldId id="256" r:id="rId2"/>
    <p:sldId id="286" r:id="rId3"/>
    <p:sldId id="303" r:id="rId4"/>
    <p:sldId id="304" r:id="rId5"/>
    <p:sldId id="299" r:id="rId6"/>
    <p:sldId id="292" r:id="rId7"/>
    <p:sldId id="287" r:id="rId8"/>
    <p:sldId id="297" r:id="rId9"/>
    <p:sldId id="288" r:id="rId10"/>
    <p:sldId id="302" r:id="rId11"/>
    <p:sldId id="289" r:id="rId12"/>
    <p:sldId id="281" r:id="rId13"/>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3FCCA5CC-F365-4341-BFB8-B60DA5A3B15D}">
          <p14:sldIdLst>
            <p14:sldId id="256"/>
            <p14:sldId id="286"/>
            <p14:sldId id="303"/>
            <p14:sldId id="304"/>
            <p14:sldId id="299"/>
            <p14:sldId id="292"/>
            <p14:sldId id="287"/>
            <p14:sldId id="297"/>
            <p14:sldId id="288"/>
            <p14:sldId id="302"/>
            <p14:sldId id="289"/>
            <p14:sldId id="281"/>
          </p14:sldIdLst>
        </p14:section>
        <p14:section name="目录" id="{017F0D12-27D2-490C-910C-815125398AC8}">
          <p14:sldIdLst/>
        </p14:section>
        <p14:section name="过渡页" id="{255FA83B-1C12-40C6-B414-038CF2130AE8}">
          <p14:sldIdLst/>
        </p14:section>
        <p14:section name="内页" id="{C6D91BFE-80F2-473C-AE71-1EA12DA3CD92}">
          <p14:sldIdLst/>
        </p14:section>
        <p14:section name="封底" id="{2E025735-C41C-4ED5-94AB-BFCE16B95C49}">
          <p14:sldIdLst/>
        </p14:section>
        <p14:section name="设计规范" id="{D649FF30-C064-4F5D-86A8-654B6F88799F}">
          <p14:sldIdLst/>
        </p14:section>
      </p14:sectionLst>
    </p:ext>
    <p:ext uri="{EFAFB233-063F-42B5-8137-9DF3F51BA10A}">
      <p15:sldGuideLst xmlns:p15="http://schemas.microsoft.com/office/powerpoint/2012/main">
        <p15:guide id="1" pos="3840" userDrawn="1">
          <p15:clr>
            <a:srgbClr val="A4A3A4"/>
          </p15:clr>
        </p15:guide>
        <p15:guide id="2" pos="2434" userDrawn="1">
          <p15:clr>
            <a:srgbClr val="A4A3A4"/>
          </p15:clr>
        </p15:guide>
        <p15:guide id="4" orient="horz" pos="211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EB"/>
    <a:srgbClr val="EDEDED"/>
    <a:srgbClr val="AA1219"/>
    <a:srgbClr val="CC0000"/>
    <a:srgbClr val="FF0000"/>
    <a:srgbClr val="F8EC00"/>
    <a:srgbClr val="FAEDDE"/>
    <a:srgbClr val="FEC776"/>
    <a:srgbClr val="EDF0F0"/>
    <a:srgbClr val="A9D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132663-D7BC-4E2D-B817-381039DABD89}" v="3" dt="2026-10-05T18:57:45.21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58" autoAdjust="0"/>
    <p:restoredTop sz="69174" autoAdjust="0"/>
  </p:normalViewPr>
  <p:slideViewPr>
    <p:cSldViewPr snapToGrid="0">
      <p:cViewPr varScale="1">
        <p:scale>
          <a:sx n="88" d="100"/>
          <a:sy n="88" d="100"/>
        </p:scale>
        <p:origin x="2280" y="77"/>
      </p:cViewPr>
      <p:guideLst>
        <p:guide pos="3840"/>
        <p:guide pos="2434"/>
        <p:guide orient="horz" pos="211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1536"/>
    </p:cViewPr>
  </p:sorterViewPr>
  <p:notesViewPr>
    <p:cSldViewPr snapToGrid="0" showGuides="1">
      <p:cViewPr varScale="1">
        <p:scale>
          <a:sx n="83" d="100"/>
          <a:sy n="83" d="100"/>
        </p:scale>
        <p:origin x="299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un" userId="10e30db3-adc5-48be-a887-b6929303434f" providerId="ADAL" clId="{F2B913E6-81C6-4060-ACC9-1D8E4A83C6C7}"/>
    <pc:docChg chg="custSel modSld">
      <pc:chgData name="David Sun" userId="10e30db3-adc5-48be-a887-b6929303434f" providerId="ADAL" clId="{F2B913E6-81C6-4060-ACC9-1D8E4A83C6C7}" dt="2026-10-05T18:57:56.332" v="16" actId="478"/>
      <pc:docMkLst>
        <pc:docMk/>
      </pc:docMkLst>
      <pc:sldChg chg="addSp delSp modSp mod">
        <pc:chgData name="David Sun" userId="10e30db3-adc5-48be-a887-b6929303434f" providerId="ADAL" clId="{F2B913E6-81C6-4060-ACC9-1D8E4A83C6C7}" dt="2026-10-05T18:57:56.332" v="16" actId="478"/>
        <pc:sldMkLst>
          <pc:docMk/>
          <pc:sldMk cId="2551390860" sldId="281"/>
        </pc:sldMkLst>
        <pc:spChg chg="add mod">
          <ac:chgData name="David Sun" userId="10e30db3-adc5-48be-a887-b6929303434f" providerId="ADAL" clId="{F2B913E6-81C6-4060-ACC9-1D8E4A83C6C7}" dt="2026-10-05T18:57:56.332" v="16" actId="478"/>
          <ac:spMkLst>
            <pc:docMk/>
            <pc:sldMk cId="2551390860" sldId="281"/>
            <ac:spMk id="7" creationId="{0372E240-E1C8-6736-311B-C51745635418}"/>
          </ac:spMkLst>
        </pc:spChg>
        <pc:spChg chg="del mod">
          <ac:chgData name="David Sun" userId="10e30db3-adc5-48be-a887-b6929303434f" providerId="ADAL" clId="{F2B913E6-81C6-4060-ACC9-1D8E4A83C6C7}" dt="2026-10-05T18:57:48.118" v="13" actId="478"/>
          <ac:spMkLst>
            <pc:docMk/>
            <pc:sldMk cId="2551390860" sldId="281"/>
            <ac:spMk id="29" creationId="{15F58EF3-335A-821B-EE68-41E04E1B9F1E}"/>
          </ac:spMkLst>
        </pc:spChg>
        <pc:picChg chg="del mod">
          <ac:chgData name="David Sun" userId="10e30db3-adc5-48be-a887-b6929303434f" providerId="ADAL" clId="{F2B913E6-81C6-4060-ACC9-1D8E4A83C6C7}" dt="2026-10-05T18:57:53.211" v="15" actId="478"/>
          <ac:picMkLst>
            <pc:docMk/>
            <pc:sldMk cId="2551390860" sldId="281"/>
            <ac:picMk id="8" creationId="{CCCDDCEF-E3F3-EF28-AC47-F40DF5246453}"/>
          </ac:picMkLst>
        </pc:picChg>
        <pc:picChg chg="del">
          <ac:chgData name="David Sun" userId="10e30db3-adc5-48be-a887-b6929303434f" providerId="ADAL" clId="{F2B913E6-81C6-4060-ACC9-1D8E4A83C6C7}" dt="2026-10-05T18:57:56.332" v="16" actId="478"/>
          <ac:picMkLst>
            <pc:docMk/>
            <pc:sldMk cId="2551390860" sldId="281"/>
            <ac:picMk id="10" creationId="{C6728115-9493-A874-2BDD-160FFC078434}"/>
          </ac:picMkLst>
        </pc:picChg>
        <pc:picChg chg="mod">
          <ac:chgData name="David Sun" userId="10e30db3-adc5-48be-a887-b6929303434f" providerId="ADAL" clId="{F2B913E6-81C6-4060-ACC9-1D8E4A83C6C7}" dt="2026-10-05T18:57:42.123" v="11" actId="14100"/>
          <ac:picMkLst>
            <pc:docMk/>
            <pc:sldMk cId="2551390860" sldId="281"/>
            <ac:picMk id="12" creationId="{DBFDD271-28CD-E0A0-AAEF-AA98AB289B2C}"/>
          </ac:picMkLst>
        </pc:picChg>
        <pc:picChg chg="del">
          <ac:chgData name="David Sun" userId="10e30db3-adc5-48be-a887-b6929303434f" providerId="ADAL" clId="{F2B913E6-81C6-4060-ACC9-1D8E4A83C6C7}" dt="2026-10-05T18:57:38.871" v="10" actId="478"/>
          <ac:picMkLst>
            <pc:docMk/>
            <pc:sldMk cId="2551390860" sldId="281"/>
            <ac:picMk id="14" creationId="{9DD7A0C4-CA70-DF22-0E15-FDCF9939E73B}"/>
          </ac:picMkLst>
        </pc:picChg>
      </pc:sldChg>
      <pc:sldChg chg="delSp mod">
        <pc:chgData name="David Sun" userId="10e30db3-adc5-48be-a887-b6929303434f" providerId="ADAL" clId="{F2B913E6-81C6-4060-ACC9-1D8E4A83C6C7}" dt="2026-10-05T18:57:35.549" v="9" actId="478"/>
        <pc:sldMkLst>
          <pc:docMk/>
          <pc:sldMk cId="2504605884" sldId="289"/>
        </pc:sldMkLst>
        <pc:picChg chg="del">
          <ac:chgData name="David Sun" userId="10e30db3-adc5-48be-a887-b6929303434f" providerId="ADAL" clId="{F2B913E6-81C6-4060-ACC9-1D8E4A83C6C7}" dt="2026-10-05T18:57:33.006" v="7" actId="478"/>
          <ac:picMkLst>
            <pc:docMk/>
            <pc:sldMk cId="2504605884" sldId="289"/>
            <ac:picMk id="3" creationId="{BD0631D2-4944-D43C-9564-EB2094E3588B}"/>
          </ac:picMkLst>
        </pc:picChg>
        <pc:picChg chg="del">
          <ac:chgData name="David Sun" userId="10e30db3-adc5-48be-a887-b6929303434f" providerId="ADAL" clId="{F2B913E6-81C6-4060-ACC9-1D8E4A83C6C7}" dt="2026-10-05T18:57:34.962" v="8" actId="478"/>
          <ac:picMkLst>
            <pc:docMk/>
            <pc:sldMk cId="2504605884" sldId="289"/>
            <ac:picMk id="4" creationId="{BBB173CC-0F68-0E38-D317-B5BC13D8A9CB}"/>
          </ac:picMkLst>
        </pc:picChg>
        <pc:picChg chg="del">
          <ac:chgData name="David Sun" userId="10e30db3-adc5-48be-a887-b6929303434f" providerId="ADAL" clId="{F2B913E6-81C6-4060-ACC9-1D8E4A83C6C7}" dt="2026-10-05T18:57:35.549" v="9" actId="478"/>
          <ac:picMkLst>
            <pc:docMk/>
            <pc:sldMk cId="2504605884" sldId="289"/>
            <ac:picMk id="5" creationId="{ECB3AA67-1F54-B468-F12E-3018E8687EFB}"/>
          </ac:picMkLst>
        </pc:picChg>
      </pc:sldChg>
      <pc:sldChg chg="modSp mod">
        <pc:chgData name="David Sun" userId="10e30db3-adc5-48be-a887-b6929303434f" providerId="ADAL" clId="{F2B913E6-81C6-4060-ACC9-1D8E4A83C6C7}" dt="2026-10-05T18:57:29.035" v="6" actId="20577"/>
        <pc:sldMkLst>
          <pc:docMk/>
          <pc:sldMk cId="2916334115" sldId="304"/>
        </pc:sldMkLst>
        <pc:spChg chg="mod">
          <ac:chgData name="David Sun" userId="10e30db3-adc5-48be-a887-b6929303434f" providerId="ADAL" clId="{F2B913E6-81C6-4060-ACC9-1D8E4A83C6C7}" dt="2026-10-05T18:57:29.035" v="6" actId="20577"/>
          <ac:spMkLst>
            <pc:docMk/>
            <pc:sldMk cId="2916334115" sldId="304"/>
            <ac:spMk id="5" creationId="{DD42CC28-E4F4-5D57-D0B3-4EEAA5BCD1F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D9358BC-04DF-4455-B949-70BC917541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9F56B79-1091-400F-A2A9-6227671170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6FD112-0CED-45F9-83CF-E12CD0876C93}" type="datetimeFigureOut">
              <a:rPr lang="zh-CN" altLang="en-US" smtClean="0"/>
              <a:t>2026/10/5</a:t>
            </a:fld>
            <a:endParaRPr lang="zh-CN" altLang="en-US"/>
          </a:p>
        </p:txBody>
      </p:sp>
      <p:sp>
        <p:nvSpPr>
          <p:cNvPr id="4" name="页脚占位符 3">
            <a:extLst>
              <a:ext uri="{FF2B5EF4-FFF2-40B4-BE49-F238E27FC236}">
                <a16:creationId xmlns:a16="http://schemas.microsoft.com/office/drawing/2014/main" id="{27FF21A8-AF92-4370-9E6D-DA18C0EF5FD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BE5F13FF-4C82-4209-AB1F-7FD604644B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6AFF9C-CAE3-49DD-A734-0E2812077606}" type="slidenum">
              <a:rPr lang="zh-CN" altLang="en-US" smtClean="0"/>
              <a:t>‹#›</a:t>
            </a:fld>
            <a:endParaRPr lang="zh-CN" altLang="en-US"/>
          </a:p>
        </p:txBody>
      </p:sp>
    </p:spTree>
    <p:extLst>
      <p:ext uri="{BB962C8B-B14F-4D97-AF65-F5344CB8AC3E}">
        <p14:creationId xmlns:p14="http://schemas.microsoft.com/office/powerpoint/2010/main" val="2850024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F1DD2-9A69-4A30-A20B-8ED9F9F614F2}" type="datetimeFigureOut">
              <a:rPr lang="zh-CN" altLang="en-US" smtClean="0"/>
              <a:t>2026/10/5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2EF1F-5AB9-4920-AF5B-E1DBE1708744}" type="slidenum">
              <a:rPr lang="zh-CN" altLang="en-US" smtClean="0"/>
              <a:t>‹#›</a:t>
            </a:fld>
            <a:endParaRPr lang="zh-CN" altLang="en-US"/>
          </a:p>
        </p:txBody>
      </p:sp>
    </p:spTree>
    <p:extLst>
      <p:ext uri="{BB962C8B-B14F-4D97-AF65-F5344CB8AC3E}">
        <p14:creationId xmlns:p14="http://schemas.microsoft.com/office/powerpoint/2010/main" val="25900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E2EF1F-5AB9-4920-AF5B-E1DBE1708744}" type="slidenum">
              <a:rPr lang="zh-CN" altLang="en-US" smtClean="0"/>
              <a:t>1</a:t>
            </a:fld>
            <a:endParaRPr lang="zh-CN" altLang="en-US"/>
          </a:p>
        </p:txBody>
      </p:sp>
    </p:spTree>
    <p:extLst>
      <p:ext uri="{BB962C8B-B14F-4D97-AF65-F5344CB8AC3E}">
        <p14:creationId xmlns:p14="http://schemas.microsoft.com/office/powerpoint/2010/main" val="487279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2</a:t>
            </a:fld>
            <a:endParaRPr lang="zh-CN" altLang="en-US"/>
          </a:p>
        </p:txBody>
      </p:sp>
    </p:spTree>
    <p:extLst>
      <p:ext uri="{BB962C8B-B14F-4D97-AF65-F5344CB8AC3E}">
        <p14:creationId xmlns:p14="http://schemas.microsoft.com/office/powerpoint/2010/main" val="984600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6866-6DD7-73F0-1F09-574ECFE4C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630C0-99CA-5BA9-F6D3-74C6F0D37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6786D-508D-48B9-61DE-55FDDAA23761}"/>
              </a:ext>
            </a:extLst>
          </p:cNvPr>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Decarbonization efforts of the global energy infrastructure has sparked extensive research into hydrogen as an energy carrier. With a high specific energy by mass nearly three times higher than gasoline and diesel, hydrogen is well suited for heavy-duty transportation and stationary power generation. </a:t>
            </a:r>
            <a:endParaRPr lang="en-CA" b="0" dirty="0">
              <a:effectLst/>
            </a:endParaRPr>
          </a:p>
          <a:p>
            <a:pPr rtl="0"/>
            <a:r>
              <a:rPr lang="en-CA" sz="1200" b="0" i="0" u="none" strike="noStrike" kern="1200" dirty="0">
                <a:solidFill>
                  <a:schemeClr val="tx1"/>
                </a:solidFill>
                <a:effectLst/>
                <a:latin typeface="+mn-lt"/>
                <a:ea typeface="+mn-ea"/>
                <a:cs typeface="+mn-cs"/>
              </a:rPr>
              <a:t>In order to capture this </a:t>
            </a:r>
            <a:r>
              <a:rPr lang="en-US" sz="1200" b="0" i="0" u="none" strike="noStrike" kern="1200" dirty="0">
                <a:solidFill>
                  <a:schemeClr val="tx1"/>
                </a:solidFill>
                <a:effectLst/>
                <a:latin typeface="+mn-lt"/>
                <a:ea typeface="+mn-ea"/>
                <a:cs typeface="+mn-cs"/>
              </a:rPr>
              <a:t>energy</a:t>
            </a:r>
            <a:r>
              <a:rPr lang="en-CA" sz="1200" b="0" i="0" u="none" strike="noStrike" kern="1200" dirty="0">
                <a:solidFill>
                  <a:schemeClr val="tx1"/>
                </a:solidFill>
                <a:effectLst/>
                <a:latin typeface="+mn-lt"/>
                <a:ea typeface="+mn-ea"/>
                <a:cs typeface="+mn-cs"/>
              </a:rPr>
              <a:t>, we use fuel cells, which behaves similar to a factory since it generates electricity chemically, but never dies or needs to be recharged as long as there is a continuous fuel supply. It generates power by harnessing the flow of electrons as they move from high-energy reactant bonds to low-energy product bonds. Since fuel cells converts chem energy directly to electricity, they are far more efficient than combustion engines. Proton Exchange Membrane Fuel Cells, PEMFCs are the most widely used type of fuel cell. They are characterized by their low operating temperature, high power density, and quick startup time. They are also solid state and mechanically ideal due to no moving parts leading to high reliability, long lasting life and silent power generation</a:t>
            </a:r>
            <a:endParaRPr lang="en-CA" b="0" dirty="0">
              <a:effectLst/>
            </a:endParaRPr>
          </a:p>
          <a:p>
            <a:br>
              <a:rPr lang="en-CA" dirty="0"/>
            </a:br>
            <a:endParaRPr lang="en-CA" dirty="0"/>
          </a:p>
        </p:txBody>
      </p:sp>
      <p:sp>
        <p:nvSpPr>
          <p:cNvPr id="4" name="Slide Number Placeholder 3">
            <a:extLst>
              <a:ext uri="{FF2B5EF4-FFF2-40B4-BE49-F238E27FC236}">
                <a16:creationId xmlns:a16="http://schemas.microsoft.com/office/drawing/2014/main" id="{2D272129-51F3-206E-A1EC-20132BD68204}"/>
              </a:ext>
            </a:extLst>
          </p:cNvPr>
          <p:cNvSpPr>
            <a:spLocks noGrp="1"/>
          </p:cNvSpPr>
          <p:nvPr>
            <p:ph type="sldNum" sz="quarter" idx="5"/>
          </p:nvPr>
        </p:nvSpPr>
        <p:spPr/>
        <p:txBody>
          <a:bodyPr/>
          <a:lstStyle/>
          <a:p>
            <a:fld id="{A9E2EF1F-5AB9-4920-AF5B-E1DBE1708744}" type="slidenum">
              <a:rPr lang="zh-CN" altLang="en-US" smtClean="0"/>
              <a:t>3</a:t>
            </a:fld>
            <a:endParaRPr lang="zh-CN" altLang="en-US"/>
          </a:p>
        </p:txBody>
      </p:sp>
    </p:spTree>
    <p:extLst>
      <p:ext uri="{BB962C8B-B14F-4D97-AF65-F5344CB8AC3E}">
        <p14:creationId xmlns:p14="http://schemas.microsoft.com/office/powerpoint/2010/main" val="3812445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F35D-64E3-DC1A-25B0-A83470087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8BC24-3A22-D3F0-B68F-EAB33DB8E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3788B0-F06C-700F-53E4-2977ED95DFD1}"/>
              </a:ext>
            </a:extLst>
          </p:cNvPr>
          <p:cNvSpPr>
            <a:spLocks noGrp="1"/>
          </p:cNvSpPr>
          <p:nvPr>
            <p:ph type="body" idx="1"/>
          </p:nvPr>
        </p:nvSpPr>
        <p:spPr/>
        <p:txBody>
          <a:bodyPr/>
          <a:lstStyle/>
          <a:p>
            <a:r>
              <a:rPr lang="en-CA" dirty="0"/>
              <a:t>Let’s go over hydrogen’s journey through the PEMFC, </a:t>
            </a:r>
          </a:p>
          <a:p>
            <a:r>
              <a:rPr lang="en-CA" dirty="0"/>
              <a:t>First, Hydrogen gas is pumped into the macroscopic flow fields within the metal or graphite bipolar plates on the anode side. </a:t>
            </a:r>
            <a:r>
              <a:rPr lang="en-US" dirty="0"/>
              <a:t>Here, transport operates on a millimeter scale, so it is dominated by fluid flow and convection, flow field within the bipolar plates ensures the gas is evenly distributed across the active area of the fuel cell.</a:t>
            </a:r>
          </a:p>
          <a:p>
            <a:r>
              <a:rPr lang="en-CA" dirty="0"/>
              <a:t>As the gas is pushed out of the flow field, it enters the GDL, made of highly porous carbon fiber paper. </a:t>
            </a:r>
            <a:r>
              <a:rPr lang="en-CA" b="0" dirty="0"/>
              <a:t>Because the structure and porosity here operate on a micrometer/nanometer scale, the transport mechanism switches from convection to diffusion, governed by Darcy’s Law, where gas flow is caused by pressure gradient through the porous medium. Also, the gas flow velocity drops to near zero due to viscous friction against solid carbon fibers. This causes hydrogen to spread out uniformly.</a:t>
            </a:r>
          </a:p>
          <a:p>
            <a:r>
              <a:rPr lang="en-CA" b="0" dirty="0"/>
              <a:t>Next, the hydrogen passes through the MPL, a thin layer of fine carbon black and hydrophobic Teflon (PTFE) applied to the inner surface of the GDL. This ensures the incoming hydrogen maintains a clear, direct pathway into the catalyst layer.</a:t>
            </a:r>
          </a:p>
          <a:p>
            <a:pPr marL="0" marR="0" lvl="0" indent="0" algn="l" defTabSz="914400" rtl="0" eaLnBrk="1" fontAlgn="auto" latinLnBrk="0" hangingPunct="1">
              <a:lnSpc>
                <a:spcPct val="100000"/>
              </a:lnSpc>
              <a:spcBef>
                <a:spcPts val="0"/>
              </a:spcBef>
              <a:spcAft>
                <a:spcPts val="0"/>
              </a:spcAft>
              <a:buClrTx/>
              <a:buSzTx/>
              <a:buFontTx/>
              <a:buNone/>
              <a:tabLst/>
              <a:defRPr/>
            </a:pPr>
            <a:r>
              <a:rPr lang="en-CA" b="0" dirty="0"/>
              <a:t>Finally, the hydrogen reaches an active platinum site consisting of platinum nanoparticles supported on carbon, mixed with </a:t>
            </a:r>
            <a:r>
              <a:rPr lang="en-CA" b="0" dirty="0" err="1"/>
              <a:t>Nafion</a:t>
            </a:r>
            <a:r>
              <a:rPr lang="en-CA" b="0" dirty="0"/>
              <a:t> ionomer. This triggers the Hydrogen Oxidation Reaction (HOR). The molecule is split into two protons and two electrons. The MEA acts as an electrical insulator, so the protons travel straight through the </a:t>
            </a:r>
            <a:r>
              <a:rPr lang="en-CA" b="0" dirty="0" err="1"/>
              <a:t>Nafion</a:t>
            </a:r>
            <a:r>
              <a:rPr lang="en-CA" b="0" dirty="0"/>
              <a:t> electrolyte to the cathode. The electrons are blocked and forced to travel backward through the carbon support, MPL, GDL, bipolar plate, and into an external circuit to power a load (like an electric motor) before looping back to the cathode.</a:t>
            </a:r>
          </a:p>
          <a:p>
            <a:r>
              <a:rPr lang="en-CA" dirty="0"/>
              <a:t>For the cathode side, oxygen from the air follows a similar initial path. However, a major differentiator is that the cathode produces liquid water as a byproduct. Thus, the cathode GDL and MPL must allow oxygen gas to diffuse inward while pushing liquid water outward so the pores don’t get blocked.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Once oxygen gas arrives at the active platinum sites on the cathode, it must converge simultaneously with the protons that crossed the Proton Ex Mem, and </a:t>
            </a:r>
            <a:r>
              <a:rPr lang="en-CA" b="0" dirty="0"/>
              <a:t>the</a:t>
            </a:r>
            <a:r>
              <a:rPr lang="en-CA" dirty="0"/>
              <a:t> electrons arriving from the external wire at a point called the Triple Phase Boundary.</a:t>
            </a:r>
          </a:p>
          <a:p>
            <a:r>
              <a:rPr lang="en-CA" b="0" dirty="0"/>
              <a:t>This is where Oxygen Reduction Reaction (ORR) occurs. The diatomic oxygen molecules split and combine with the protons and electrons to form pure liquid water and heat.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Combining the two half-reactions gives the overall cell operation and the theoretical maximum voltage.</a:t>
            </a:r>
            <a:endParaRPr lang="en-CA" b="0" dirty="0"/>
          </a:p>
          <a:p>
            <a:r>
              <a:rPr lang="en-CA" b="0" dirty="0"/>
              <a:t>Water Management (Electro-Osmotic Drag) When protons travel through the proton exchange membrane from anode to cathode, each proton physically drags several water molecules along with it. This is known as electro-osmotic drag. Because of this drag, the anode tends to dry out, with excess moisture at the cathode side—resulting in more than what’s chemically generated by the Oxygen RR alone.</a:t>
            </a:r>
          </a:p>
          <a:p>
            <a:r>
              <a:rPr lang="en-CA" b="0" dirty="0"/>
              <a:t>To prevent severe flooding at the cathode, liquid water must be actively swept out using exhaust mechanisms, such as air compressors blasting air parallel across the cathode flow channels.</a:t>
            </a:r>
          </a:p>
        </p:txBody>
      </p:sp>
      <p:sp>
        <p:nvSpPr>
          <p:cNvPr id="4" name="Slide Number Placeholder 3">
            <a:extLst>
              <a:ext uri="{FF2B5EF4-FFF2-40B4-BE49-F238E27FC236}">
                <a16:creationId xmlns:a16="http://schemas.microsoft.com/office/drawing/2014/main" id="{B2EB8EA5-ECD0-FD34-7B9E-15213431A284}"/>
              </a:ext>
            </a:extLst>
          </p:cNvPr>
          <p:cNvSpPr>
            <a:spLocks noGrp="1"/>
          </p:cNvSpPr>
          <p:nvPr>
            <p:ph type="sldNum" sz="quarter" idx="5"/>
          </p:nvPr>
        </p:nvSpPr>
        <p:spPr/>
        <p:txBody>
          <a:bodyPr/>
          <a:lstStyle/>
          <a:p>
            <a:fld id="{A9E2EF1F-5AB9-4920-AF5B-E1DBE1708744}" type="slidenum">
              <a:rPr lang="zh-CN" altLang="en-US" smtClean="0"/>
              <a:t>4</a:t>
            </a:fld>
            <a:endParaRPr lang="zh-CN" altLang="en-US"/>
          </a:p>
        </p:txBody>
      </p:sp>
    </p:spTree>
    <p:extLst>
      <p:ext uri="{BB962C8B-B14F-4D97-AF65-F5344CB8AC3E}">
        <p14:creationId xmlns:p14="http://schemas.microsoft.com/office/powerpoint/2010/main" val="4059970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5</a:t>
            </a:fld>
            <a:endParaRPr lang="zh-CN" altLang="en-US"/>
          </a:p>
        </p:txBody>
      </p:sp>
    </p:spTree>
    <p:extLst>
      <p:ext uri="{BB962C8B-B14F-4D97-AF65-F5344CB8AC3E}">
        <p14:creationId xmlns:p14="http://schemas.microsoft.com/office/powerpoint/2010/main" val="2181115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sz="1200" b="0" i="0" u="none" strike="noStrike" kern="1200" dirty="0">
                <a:solidFill>
                  <a:schemeClr val="tx1"/>
                </a:solidFill>
                <a:effectLst/>
                <a:latin typeface="+mn-lt"/>
                <a:ea typeface="+mn-ea"/>
                <a:cs typeface="+mn-cs"/>
              </a:rPr>
              <a:t>The MEA is the central structure of the PEMFC, consisting of one PEM, catalyst layer, and GDL on either sides. The PEM is the most important layer in FC, it must transport protons and water, while turning away reactant gases and electrons to prevent short-circuiting. The industry standard for this is a </a:t>
            </a:r>
            <a:r>
              <a:rPr lang="en-CA" sz="1200" b="0" i="0" u="none" strike="noStrike" kern="1200" dirty="0" err="1">
                <a:solidFill>
                  <a:schemeClr val="tx1"/>
                </a:solidFill>
                <a:effectLst/>
                <a:latin typeface="+mn-lt"/>
                <a:ea typeface="+mn-ea"/>
                <a:cs typeface="+mn-cs"/>
              </a:rPr>
              <a:t>perfluorosulfonic</a:t>
            </a:r>
            <a:r>
              <a:rPr lang="en-CA" sz="1200" b="0" i="0" u="none" strike="noStrike" kern="1200" dirty="0">
                <a:solidFill>
                  <a:schemeClr val="tx1"/>
                </a:solidFill>
                <a:effectLst/>
                <a:latin typeface="+mn-lt"/>
                <a:ea typeface="+mn-ea"/>
                <a:cs typeface="+mn-cs"/>
              </a:rPr>
              <a:t> acid (PFSA) ionomers called </a:t>
            </a:r>
            <a:r>
              <a:rPr lang="en-CA" sz="1200" b="0" i="0" u="none" strike="noStrike" kern="1200" dirty="0" err="1">
                <a:solidFill>
                  <a:schemeClr val="tx1"/>
                </a:solidFill>
                <a:effectLst/>
                <a:latin typeface="+mn-lt"/>
                <a:ea typeface="+mn-ea"/>
                <a:cs typeface="+mn-cs"/>
              </a:rPr>
              <a:t>Nafion</a:t>
            </a:r>
            <a:r>
              <a:rPr lang="en-CA" sz="1200" b="0" i="0" u="none" strike="noStrike" kern="1200" dirty="0">
                <a:solidFill>
                  <a:schemeClr val="tx1"/>
                </a:solidFill>
                <a:effectLst/>
                <a:latin typeface="+mn-lt"/>
                <a:ea typeface="+mn-ea"/>
                <a:cs typeface="+mn-cs"/>
              </a:rPr>
              <a:t>. </a:t>
            </a:r>
            <a:r>
              <a:rPr lang="en-CA" sz="1200" b="0" i="0" u="none" strike="noStrike" kern="1200" dirty="0" err="1">
                <a:solidFill>
                  <a:schemeClr val="tx1"/>
                </a:solidFill>
                <a:effectLst/>
                <a:latin typeface="+mn-lt"/>
                <a:ea typeface="+mn-ea"/>
                <a:cs typeface="+mn-cs"/>
              </a:rPr>
              <a:t>Nafion</a:t>
            </a:r>
            <a:r>
              <a:rPr lang="en-CA" sz="1200" b="0" i="0" u="none" strike="noStrike" kern="1200" dirty="0">
                <a:solidFill>
                  <a:schemeClr val="tx1"/>
                </a:solidFill>
                <a:effectLst/>
                <a:latin typeface="+mn-lt"/>
                <a:ea typeface="+mn-ea"/>
                <a:cs typeface="+mn-cs"/>
              </a:rPr>
              <a:t> has a hydrophobic fluorocarbon backbone and hydrophilic sulfonic acid side chains. It’s Teflon-like structure repels water and provides structural support in the fuel cell’s oxidative and reductive environments. Attached to the backbone are side chains ending in hydrophilic sulfonic acid groups. </a:t>
            </a:r>
            <a:endParaRPr lang="en-US" sz="1200" b="0" i="0" u="none" strike="noStrike" kern="1200" dirty="0">
              <a:solidFill>
                <a:schemeClr val="tx1"/>
              </a:solidFill>
              <a:effectLst/>
              <a:latin typeface="+mn-lt"/>
              <a:ea typeface="+mn-ea"/>
              <a:cs typeface="+mn-cs"/>
            </a:endParaRPr>
          </a:p>
          <a:p>
            <a:pPr rtl="0"/>
            <a:r>
              <a:rPr lang="en-US" sz="1200" b="0" i="0" u="none" strike="noStrike" kern="1200" dirty="0">
                <a:solidFill>
                  <a:schemeClr val="tx1"/>
                </a:solidFill>
                <a:effectLst/>
                <a:latin typeface="+mn-lt"/>
                <a:ea typeface="+mn-ea"/>
                <a:cs typeface="+mn-cs"/>
              </a:rPr>
              <a:t>PREP</a:t>
            </a:r>
            <a:endParaRPr lang="en-CA" sz="1200" b="0" i="0" u="none" strike="noStrike" kern="1200" dirty="0">
              <a:solidFill>
                <a:schemeClr val="tx1"/>
              </a:solidFill>
              <a:effectLst/>
              <a:latin typeface="+mn-lt"/>
              <a:ea typeface="+mn-ea"/>
              <a:cs typeface="+mn-cs"/>
            </a:endParaRPr>
          </a:p>
          <a:p>
            <a:pPr rtl="0"/>
            <a:r>
              <a:rPr lang="en-CA" sz="1200" b="0" i="0" u="none" strike="noStrike" kern="1200" dirty="0">
                <a:solidFill>
                  <a:schemeClr val="tx1"/>
                </a:solidFill>
                <a:effectLst/>
                <a:latin typeface="+mn-lt"/>
                <a:ea typeface="+mn-ea"/>
                <a:cs typeface="+mn-cs"/>
              </a:rPr>
              <a:t>Let’s look at a simulation: currently the membrane is dry. The grey line is the PTFE backbone and red dots are the sulfonic acid sites. The green protons are initially attracted to the acid groups, so there is no conductivity currently. When the membrane is hydrated, the sulfonic acid groups dissociate and creates highly acidic aqueous domains where protons migrate to.</a:t>
            </a:r>
          </a:p>
          <a:p>
            <a:pPr rtl="0"/>
            <a:r>
              <a:rPr lang="en-US" sz="1200" b="0" i="0" u="none" strike="noStrike" kern="1200" dirty="0">
                <a:solidFill>
                  <a:schemeClr val="tx1"/>
                </a:solidFill>
                <a:effectLst/>
                <a:latin typeface="+mn-lt"/>
                <a:ea typeface="+mn-ea"/>
                <a:cs typeface="+mn-cs"/>
              </a:rPr>
              <a:t>Once the protons are free, their transport across the membrane is mainly dominated by two types, the one we see here is the </a:t>
            </a:r>
            <a:r>
              <a:rPr lang="en-US" sz="1200" b="0" i="0" u="none" strike="noStrike" kern="1200" dirty="0" err="1">
                <a:solidFill>
                  <a:schemeClr val="tx1"/>
                </a:solidFill>
                <a:effectLst/>
                <a:latin typeface="+mn-lt"/>
                <a:ea typeface="+mn-ea"/>
                <a:cs typeface="+mn-cs"/>
              </a:rPr>
              <a:t>Grotthuss</a:t>
            </a:r>
            <a:r>
              <a:rPr lang="en-US" sz="1200" b="0" i="0" u="none" strike="noStrike" kern="1200" dirty="0">
                <a:solidFill>
                  <a:schemeClr val="tx1"/>
                </a:solidFill>
                <a:effectLst/>
                <a:latin typeface="+mn-lt"/>
                <a:ea typeface="+mn-ea"/>
                <a:cs typeface="+mn-cs"/>
              </a:rPr>
              <a:t> mechanism/proton hopping along this network of water molecules extending through the membrane.</a:t>
            </a:r>
          </a:p>
          <a:p>
            <a:pPr rtl="0"/>
            <a:r>
              <a:rPr lang="en-US" sz="1200" b="0" i="0" u="none" strike="noStrike" kern="1200" dirty="0">
                <a:solidFill>
                  <a:schemeClr val="tx1"/>
                </a:solidFill>
                <a:effectLst/>
                <a:latin typeface="+mn-lt"/>
                <a:ea typeface="+mn-ea"/>
                <a:cs typeface="+mn-cs"/>
              </a:rPr>
              <a:t>The other is vehicular transport where protons attaches itself to water molecules to form </a:t>
            </a:r>
            <a:r>
              <a:rPr lang="en-US" sz="1200" b="0" i="0" u="none" strike="noStrike" kern="1200" dirty="0" err="1">
                <a:solidFill>
                  <a:schemeClr val="tx1"/>
                </a:solidFill>
                <a:effectLst/>
                <a:latin typeface="+mn-lt"/>
                <a:ea typeface="+mn-ea"/>
                <a:cs typeface="+mn-cs"/>
              </a:rPr>
              <a:t>form</a:t>
            </a:r>
            <a:r>
              <a:rPr lang="en-US" sz="1200" b="0" i="0" u="none" strike="noStrike" kern="1200" dirty="0">
                <a:solidFill>
                  <a:schemeClr val="tx1"/>
                </a:solidFill>
                <a:effectLst/>
                <a:latin typeface="+mn-lt"/>
                <a:ea typeface="+mn-ea"/>
                <a:cs typeface="+mn-cs"/>
              </a:rPr>
              <a:t> hydronium h3o+ ions which then diffuses through the aqueous phase of the membrane and is the root cause of the electro-osmotic drag previously mentioned.</a:t>
            </a:r>
            <a:endParaRPr lang="en-CA" sz="1200" b="0" i="0" u="none" strike="noStrike" kern="1200" dirty="0">
              <a:solidFill>
                <a:schemeClr val="tx1"/>
              </a:solidFill>
              <a:effectLst/>
              <a:latin typeface="+mn-lt"/>
              <a:ea typeface="+mn-ea"/>
              <a:cs typeface="+mn-cs"/>
            </a:endParaRPr>
          </a:p>
          <a:p>
            <a:pPr rtl="0"/>
            <a:endParaRPr lang="en-CA" sz="1200" b="0" i="0" u="none" strike="noStrike" kern="1200" dirty="0">
              <a:solidFill>
                <a:schemeClr val="tx1"/>
              </a:solidFill>
              <a:effectLst/>
              <a:latin typeface="+mn-lt"/>
              <a:ea typeface="+mn-ea"/>
              <a:cs typeface="+mn-cs"/>
            </a:endParaRPr>
          </a:p>
          <a:p>
            <a:pPr rtl="0"/>
            <a:r>
              <a:rPr lang="en-CA" sz="1200" b="0" i="0" u="none" strike="sngStrike" kern="1200" dirty="0">
                <a:solidFill>
                  <a:schemeClr val="tx1"/>
                </a:solidFill>
                <a:effectLst/>
                <a:latin typeface="+mn-lt"/>
                <a:ea typeface="+mn-ea"/>
                <a:cs typeface="+mn-cs"/>
              </a:rPr>
              <a:t>“attached to this backbone are </a:t>
            </a:r>
            <a:r>
              <a:rPr lang="en-CA" sz="1200" b="0" i="0" u="none" strike="sngStrike" kern="1200" dirty="0" err="1">
                <a:solidFill>
                  <a:schemeClr val="tx1"/>
                </a:solidFill>
                <a:effectLst/>
                <a:latin typeface="+mn-lt"/>
                <a:ea typeface="+mn-ea"/>
                <a:cs typeface="+mn-cs"/>
              </a:rPr>
              <a:t>perfluorovinyl</a:t>
            </a:r>
            <a:r>
              <a:rPr lang="en-CA" sz="1200" b="0" i="0" u="none" strike="sngStrike" kern="1200" dirty="0">
                <a:solidFill>
                  <a:schemeClr val="tx1"/>
                </a:solidFill>
                <a:effectLst/>
                <a:latin typeface="+mn-lt"/>
                <a:ea typeface="+mn-ea"/>
                <a:cs typeface="+mn-cs"/>
              </a:rPr>
              <a:t> ether side chains terminated by hydrophilic sulfonic acid groups. When the membrane becomes hydrated ”</a:t>
            </a:r>
            <a:endParaRPr lang="en-CA" b="0" strike="sngStrike" dirty="0">
              <a:effectLst/>
            </a:endParaRPr>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6</a:t>
            </a:fld>
            <a:endParaRPr lang="zh-CN" altLang="en-US"/>
          </a:p>
        </p:txBody>
      </p:sp>
    </p:spTree>
    <p:extLst>
      <p:ext uri="{BB962C8B-B14F-4D97-AF65-F5344CB8AC3E}">
        <p14:creationId xmlns:p14="http://schemas.microsoft.com/office/powerpoint/2010/main" val="2965886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First, we have the master equation that dictates the entire curve by subtracts the three primary losses from the theoretical max voltage</a:t>
            </a:r>
          </a:p>
          <a:p>
            <a:r>
              <a:rPr lang="en-CA" dirty="0"/>
              <a:t>The Nernst equation is the </a:t>
            </a:r>
            <a:r>
              <a:rPr lang="en-US" dirty="0"/>
              <a:t>the theoretical maximum voltage a PEMFC can produce at zero current, under standard ambient conditions producing liquid water, typically 1.229V. But real world testing always falls below 1V due to reactant crossover.</a:t>
            </a:r>
          </a:p>
          <a:p>
            <a:r>
              <a:rPr lang="en-US" dirty="0"/>
              <a:t>The first type of loss is activation loss arising from the energy barrier needed to initiate the electrochemical reaction. In PEMFC, we are only concerned about the bottleneck, the oxygen reduction reaction at the cathode. This loss can be seen at the initial, low-current region of the polarization curve. </a:t>
            </a:r>
          </a:p>
          <a:p>
            <a:r>
              <a:rPr lang="en-US" dirty="0"/>
              <a:t>2a shows the full BV equation with mass transport limits since in a real fuel cell at high currents, the conc. Of oxygen at the catalyst surface drops below the conc. Available in the bulk gas channels.</a:t>
            </a:r>
          </a:p>
          <a:p>
            <a:r>
              <a:rPr lang="en-CA" dirty="0"/>
              <a:t>2b is the std. BV eq. without mass transport. This is used at low to moderate currents where the gas reaches the catalyst perfectly so the fraction cancels to 1</a:t>
            </a:r>
          </a:p>
          <a:p>
            <a:r>
              <a:rPr lang="en-CA" dirty="0"/>
              <a:t>2c shows the Tafel Equation which is used at large overpotentials over 100mV, reducing the second half of the BV equation (anodic polarization) to close to 0.</a:t>
            </a:r>
          </a:p>
          <a:p>
            <a:r>
              <a:rPr lang="en-CA" dirty="0"/>
              <a:t>The graph on the bottom right demonstrates that at high overpotentials, the curves will overlap and it is safe to use Tafel simplification at above 100mV.</a:t>
            </a:r>
          </a:p>
          <a:p>
            <a:r>
              <a:rPr lang="en-CA" dirty="0"/>
              <a:t>Next, we have Ohmic polarization caused by the internal electrical and ionic resistance of the fuel cell. The most significant contributor is the ionic resistance of protons traveling through the solid </a:t>
            </a:r>
            <a:r>
              <a:rPr lang="en-CA" dirty="0" err="1"/>
              <a:t>Nafion</a:t>
            </a:r>
            <a:r>
              <a:rPr lang="en-CA" dirty="0"/>
              <a:t> membrane. On the graph, we can see the straight, linear downward slope </a:t>
            </a:r>
            <a:r>
              <a:rPr lang="en-US" dirty="0"/>
              <a:t>in the m</a:t>
            </a:r>
            <a:r>
              <a:rPr lang="en-CA" dirty="0"/>
              <a:t>idle of the polarization curve. Since protons rely on the </a:t>
            </a:r>
            <a:r>
              <a:rPr lang="en-CA" dirty="0" err="1"/>
              <a:t>Grotthuss</a:t>
            </a:r>
            <a:r>
              <a:rPr lang="en-CA" dirty="0"/>
              <a:t> mechanism to travel, this resistance is dependent on a balanced hydration level in the PEM.</a:t>
            </a:r>
          </a:p>
          <a:p>
            <a:r>
              <a:rPr lang="en-CA" dirty="0"/>
              <a:t>Next we have mass transport loss at the last part of the graph shown by the sharp voltage crash at high current densities when the consumption of oxygen at the catalyst sites is faster than the physical rate of gas diffusion. Although bulk diffusion through the GDL is important, the bottleneck is in the local transport resistance where oxygen molecules cannot diffuse through the </a:t>
            </a:r>
            <a:r>
              <a:rPr lang="en-CA" dirty="0" err="1"/>
              <a:t>Nafion</a:t>
            </a:r>
            <a:r>
              <a:rPr lang="en-CA" dirty="0"/>
              <a:t> ionomer coating the platinum nanoparticles fast enough. Further losses caused by water flooding due to electro-osmotic drag may cause flash floods to fill the GDL pores, physically blocking oxygen gas from reaching the TPB. </a:t>
            </a:r>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8</a:t>
            </a:fld>
            <a:endParaRPr lang="zh-CN" altLang="en-US"/>
          </a:p>
        </p:txBody>
      </p:sp>
    </p:spTree>
    <p:extLst>
      <p:ext uri="{BB962C8B-B14F-4D97-AF65-F5344CB8AC3E}">
        <p14:creationId xmlns:p14="http://schemas.microsoft.com/office/powerpoint/2010/main" val="2010976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effectLst/>
              </a:rPr>
              <a:t>the scarcity of platinum and its high cost has led to various academic articles exploring ultra-low platinum loading in the cathode CL. The 2025 article from Zhang </a:t>
            </a:r>
            <a:r>
              <a:rPr lang="en-CA" dirty="0"/>
              <a:t>discusses about the consequences of such.</a:t>
            </a:r>
            <a:endParaRPr lang="en-CA" dirty="0">
              <a:effectLst/>
            </a:endParaRPr>
          </a:p>
          <a:p>
            <a:r>
              <a:rPr lang="en-CA" dirty="0">
                <a:effectLst/>
              </a:rPr>
              <a:t>First, Less platinum means the remaining active sites on the CL have to work harder to generate the same power (due to higher oxygen flux). This worsens the already existing issue of mass transport limitations and creates severe local oxygen transport resistance. any blockage within the catalyst pores and ionomer films creates higher magnitudes of resistance than standard plat loading.</a:t>
            </a:r>
          </a:p>
          <a:p>
            <a:r>
              <a:rPr lang="en-CA" dirty="0">
                <a:effectLst/>
              </a:rPr>
              <a:t>Fewer Pt sites increases stress on remaining materials (carbon supports, the catalyst, and </a:t>
            </a:r>
            <a:r>
              <a:rPr lang="en-CA" dirty="0" err="1">
                <a:effectLst/>
              </a:rPr>
              <a:t>Nafion</a:t>
            </a:r>
            <a:r>
              <a:rPr lang="en-CA" dirty="0">
                <a:effectLst/>
              </a:rPr>
              <a:t> ionomer), leading to less durability. First, the carbon support may corrode/oxidize into CO2 gas. The pt may dissolve into acid or agglomerate into clusters. Less active sites changes water management including how water is produced, distributed, and taken away, increasing the risk of local flooding</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effectLst/>
              </a:rPr>
              <a:t>The 2024 article from </a:t>
            </a:r>
            <a:r>
              <a:rPr lang="en-CA" dirty="0" err="1">
                <a:effectLst/>
              </a:rPr>
              <a:t>cheng</a:t>
            </a:r>
            <a:r>
              <a:rPr lang="en-CA" dirty="0">
                <a:effectLst/>
              </a:rPr>
              <a:t> talks about ionic liquid modification for carbon-support platinum catalyst to enhance their Oxygen reduction reaction in practical applications with high pt-loading of 45-60 </a:t>
            </a:r>
            <a:r>
              <a:rPr lang="en-CA" dirty="0" err="1">
                <a:effectLst/>
              </a:rPr>
              <a:t>wt</a:t>
            </a:r>
            <a:r>
              <a:rPr lang="en-CA" dirty="0">
                <a:effectLst/>
              </a:rPr>
              <a:t>% weight percentage. Ionic liquids are liquid salts that do not evaporate, able to sustain high temperatures, and has excellent gas solubility for oxygen. They are placed into the catalyst ink to act as a “oxygen sponge” that pulls O2 out of gas phase and directs it to platinum sites, raising the limiting current density and pushing mass transport polarization region to the right. They are also hydrophobic, so they expel the water from the catalyst surface which prevents flash floods at catalyst sites. The study concludes that 7% IL optimizes the fuel cell performance in high platinum loading 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effectLst/>
            </a:endParaRPr>
          </a:p>
          <a:p>
            <a:pPr lvl="0"/>
            <a:r>
              <a:rPr lang="en-CA" sz="1200" b="1" u="none" strike="noStrike" kern="1200" dirty="0">
                <a:solidFill>
                  <a:schemeClr val="tx1"/>
                </a:solidFill>
                <a:effectLst/>
                <a:latin typeface="+mn-lt"/>
                <a:ea typeface="+mn-ea"/>
                <a:cs typeface="+mn-cs"/>
              </a:rPr>
              <a:t>Mass Transport Resistance:</a:t>
            </a:r>
            <a:r>
              <a:rPr lang="en-CA" sz="1200" b="0" u="none" strike="noStrike" kern="1200" dirty="0">
                <a:solidFill>
                  <a:schemeClr val="tx1"/>
                </a:solidFill>
                <a:effectLst/>
                <a:latin typeface="+mn-lt"/>
                <a:ea typeface="+mn-ea"/>
                <a:cs typeface="+mn-cs"/>
              </a:rPr>
              <a:t> Slowed gas diffusion of oxygen through the gas diffusion layer (GDL) and cathode catalyst layer (CCL).</a:t>
            </a:r>
          </a:p>
          <a:p>
            <a:pPr lvl="0"/>
            <a:r>
              <a:rPr lang="en-CA" sz="1200" b="1" u="none" strike="noStrike" kern="1200" dirty="0">
                <a:solidFill>
                  <a:schemeClr val="tx1"/>
                </a:solidFill>
                <a:effectLst/>
                <a:latin typeface="+mn-lt"/>
                <a:ea typeface="+mn-ea"/>
                <a:cs typeface="+mn-cs"/>
              </a:rPr>
              <a:t>Flooding:</a:t>
            </a:r>
            <a:r>
              <a:rPr lang="en-CA" sz="1200" b="0" u="none" strike="noStrike" kern="1200" dirty="0">
                <a:solidFill>
                  <a:schemeClr val="tx1"/>
                </a:solidFill>
                <a:effectLst/>
                <a:latin typeface="+mn-lt"/>
                <a:ea typeface="+mn-ea"/>
                <a:cs typeface="+mn-cs"/>
              </a:rPr>
              <a:t> Excess liquid water blocks microspores and coats catalyst sites, choking reactant access.</a:t>
            </a:r>
          </a:p>
          <a:p>
            <a:pPr lvl="0"/>
            <a:r>
              <a:rPr lang="en-CA" sz="1200" b="1" u="none" strike="noStrike" kern="1200" dirty="0">
                <a:solidFill>
                  <a:schemeClr val="tx1"/>
                </a:solidFill>
                <a:effectLst/>
                <a:latin typeface="+mn-lt"/>
                <a:ea typeface="+mn-ea"/>
                <a:cs typeface="+mn-cs"/>
              </a:rPr>
              <a:t>Dehydration:</a:t>
            </a:r>
            <a:r>
              <a:rPr lang="en-CA" sz="1200" b="0" u="none" strike="noStrike" kern="1200" dirty="0">
                <a:solidFill>
                  <a:schemeClr val="tx1"/>
                </a:solidFill>
                <a:effectLst/>
                <a:latin typeface="+mn-lt"/>
                <a:ea typeface="+mn-ea"/>
                <a:cs typeface="+mn-cs"/>
              </a:rPr>
              <a:t> High local temperatures or low humidity dry out the ionomer, dropping proton conductivity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effectLst/>
            </a:endParaRPr>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10</a:t>
            </a:fld>
            <a:endParaRPr lang="zh-CN" altLang="en-US"/>
          </a:p>
        </p:txBody>
      </p:sp>
    </p:spTree>
    <p:extLst>
      <p:ext uri="{BB962C8B-B14F-4D97-AF65-F5344CB8AC3E}">
        <p14:creationId xmlns:p14="http://schemas.microsoft.com/office/powerpoint/2010/main" val="3906622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CA" sz="1200" dirty="0">
                <a:latin typeface="Georgia" panose="02040502050405020303" pitchFamily="18" charset="0"/>
              </a:rPr>
              <a:t>Pt/C catalyst 10E50E (0.0479g)</a:t>
            </a:r>
          </a:p>
          <a:p>
            <a:pPr algn="just"/>
            <a:r>
              <a:rPr lang="en-CA" sz="1200" dirty="0">
                <a:latin typeface="Georgia" panose="02040502050405020303" pitchFamily="18" charset="0"/>
              </a:rPr>
              <a:t>Pure water H2O</a:t>
            </a:r>
          </a:p>
          <a:p>
            <a:pPr algn="just"/>
            <a:r>
              <a:rPr lang="en-CA" sz="1200" dirty="0">
                <a:latin typeface="Georgia" panose="02040502050405020303" pitchFamily="18" charset="0"/>
              </a:rPr>
              <a:t>Isopropanol</a:t>
            </a:r>
          </a:p>
          <a:p>
            <a:pPr algn="just"/>
            <a:r>
              <a:rPr lang="en-CA" sz="1200" dirty="0" err="1">
                <a:latin typeface="Georgia" panose="02040502050405020303" pitchFamily="18" charset="0"/>
              </a:rPr>
              <a:t>Nafion</a:t>
            </a:r>
            <a:r>
              <a:rPr lang="en-CA" sz="1200" dirty="0">
                <a:latin typeface="Georgia" panose="02040502050405020303" pitchFamily="18" charset="0"/>
              </a:rPr>
              <a:t> solution 20 </a:t>
            </a:r>
            <a:r>
              <a:rPr lang="en-CA" sz="1200" dirty="0" err="1">
                <a:latin typeface="Georgia" panose="02040502050405020303" pitchFamily="18" charset="0"/>
              </a:rPr>
              <a:t>wt</a:t>
            </a:r>
            <a:r>
              <a:rPr lang="en-CA" sz="1200" dirty="0">
                <a:latin typeface="Georgia" panose="02040502050405020303" pitchFamily="18" charset="0"/>
              </a:rPr>
              <a:t>%</a:t>
            </a:r>
          </a:p>
          <a:p>
            <a:pPr algn="just"/>
            <a:r>
              <a:rPr lang="en-CA" sz="1200" dirty="0" err="1">
                <a:latin typeface="Georgia" panose="02040502050405020303" pitchFamily="18" charset="0"/>
              </a:rPr>
              <a:t>Miling</a:t>
            </a:r>
            <a:r>
              <a:rPr lang="en-CA" sz="1200" dirty="0">
                <a:latin typeface="Georgia" panose="02040502050405020303" pitchFamily="18" charset="0"/>
              </a:rPr>
              <a:t> beads to improve dispersion</a:t>
            </a:r>
          </a:p>
          <a:p>
            <a:pPr algn="just"/>
            <a:r>
              <a:rPr lang="en-CA" sz="1200" dirty="0">
                <a:latin typeface="Georgia" panose="02040502050405020303" pitchFamily="18" charset="0"/>
              </a:rPr>
              <a:t>Ink sealed with parafilm</a:t>
            </a:r>
          </a:p>
          <a:p>
            <a:pPr algn="just"/>
            <a:r>
              <a:rPr lang="en-CA" sz="1200" dirty="0">
                <a:latin typeface="Georgia" panose="02040502050405020303" pitchFamily="18" charset="0"/>
              </a:rPr>
              <a:t>ccm</a:t>
            </a:r>
          </a:p>
          <a:p>
            <a:endParaRPr lang="en-CA" dirty="0"/>
          </a:p>
        </p:txBody>
      </p:sp>
      <p:sp>
        <p:nvSpPr>
          <p:cNvPr id="4" name="Slide Number Placeholder 3"/>
          <p:cNvSpPr>
            <a:spLocks noGrp="1"/>
          </p:cNvSpPr>
          <p:nvPr>
            <p:ph type="sldNum" sz="quarter" idx="5"/>
          </p:nvPr>
        </p:nvSpPr>
        <p:spPr/>
        <p:txBody>
          <a:bodyPr/>
          <a:lstStyle/>
          <a:p>
            <a:fld id="{A9E2EF1F-5AB9-4920-AF5B-E1DBE1708744}" type="slidenum">
              <a:rPr lang="zh-CN" altLang="en-US" smtClean="0"/>
              <a:t>12</a:t>
            </a:fld>
            <a:endParaRPr lang="zh-CN" altLang="en-US"/>
          </a:p>
        </p:txBody>
      </p:sp>
    </p:spTree>
    <p:extLst>
      <p:ext uri="{BB962C8B-B14F-4D97-AF65-F5344CB8AC3E}">
        <p14:creationId xmlns:p14="http://schemas.microsoft.com/office/powerpoint/2010/main" val="25575116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4" name="图片 3" descr="图片包含 建筑物&#10;&#10;自动生成的说明">
            <a:extLst>
              <a:ext uri="{FF2B5EF4-FFF2-40B4-BE49-F238E27FC236}">
                <a16:creationId xmlns:a16="http://schemas.microsoft.com/office/drawing/2014/main" id="{133A512F-7935-4AA0-B8EE-327DA99E149F}"/>
              </a:ext>
            </a:extLst>
          </p:cNvPr>
          <p:cNvPicPr>
            <a:picLocks noChangeAspect="1"/>
          </p:cNvPicPr>
          <p:nvPr userDrawn="1"/>
        </p:nvPicPr>
        <p:blipFill>
          <a:blip r:embed="rId2">
            <a:duotone>
              <a:prstClr val="black"/>
              <a:schemeClr val="accent1">
                <a:tint val="45000"/>
                <a:satMod val="400000"/>
              </a:schemeClr>
            </a:duotone>
            <a:alphaModFix amt="10000"/>
            <a:extLst>
              <a:ext uri="{28A0092B-C50C-407E-A947-70E740481C1C}">
                <a14:useLocalDpi xmlns:a14="http://schemas.microsoft.com/office/drawing/2010/main" val="0"/>
              </a:ext>
            </a:extLst>
          </a:blip>
          <a:stretch>
            <a:fillRect/>
          </a:stretch>
        </p:blipFill>
        <p:spPr>
          <a:xfrm>
            <a:off x="-50417" y="2900149"/>
            <a:ext cx="12292835" cy="3957851"/>
          </a:xfrm>
          <a:prstGeom prst="rect">
            <a:avLst/>
          </a:prstGeom>
        </p:spPr>
      </p:pic>
      <p:pic>
        <p:nvPicPr>
          <p:cNvPr id="5" name="图片 4">
            <a:extLst>
              <a:ext uri="{FF2B5EF4-FFF2-40B4-BE49-F238E27FC236}">
                <a16:creationId xmlns:a16="http://schemas.microsoft.com/office/drawing/2014/main" id="{C99AEC58-8F05-45A3-900B-EBD7DE4066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sp>
        <p:nvSpPr>
          <p:cNvPr id="6" name="标题 1">
            <a:extLst>
              <a:ext uri="{FF2B5EF4-FFF2-40B4-BE49-F238E27FC236}">
                <a16:creationId xmlns:a16="http://schemas.microsoft.com/office/drawing/2014/main" id="{8F4F430E-61A6-4C9B-AB28-E09461FCB9BD}"/>
              </a:ext>
            </a:extLst>
          </p:cNvPr>
          <p:cNvSpPr>
            <a:spLocks noGrp="1"/>
          </p:cNvSpPr>
          <p:nvPr>
            <p:ph type="title" hasCustomPrompt="1"/>
          </p:nvPr>
        </p:nvSpPr>
        <p:spPr>
          <a:xfrm>
            <a:off x="1069561" y="2016174"/>
            <a:ext cx="10052879" cy="1060855"/>
          </a:xfrm>
          <a:prstGeom prst="rect">
            <a:avLst/>
          </a:prstGeom>
        </p:spPr>
        <p:txBody>
          <a:bodyPr anchor="ctr">
            <a:noAutofit/>
          </a:bodyPr>
          <a:lstStyle>
            <a:lvl1pPr algn="ctr">
              <a:lnSpc>
                <a:spcPct val="100000"/>
              </a:lnSpc>
              <a:defRPr sz="5400" b="1">
                <a:solidFill>
                  <a:schemeClr val="tx2"/>
                </a:solidFill>
              </a:defRPr>
            </a:lvl1pPr>
          </a:lstStyle>
          <a:p>
            <a:r>
              <a:rPr lang="zh-CN" altLang="en-US" dirty="0"/>
              <a:t>单击此处编辑标题样式</a:t>
            </a:r>
          </a:p>
        </p:txBody>
      </p:sp>
      <p:sp>
        <p:nvSpPr>
          <p:cNvPr id="7" name="内容占位符 25">
            <a:extLst>
              <a:ext uri="{FF2B5EF4-FFF2-40B4-BE49-F238E27FC236}">
                <a16:creationId xmlns:a16="http://schemas.microsoft.com/office/drawing/2014/main" id="{17E19222-08F1-4F61-ACC2-6E16BB74363F}"/>
              </a:ext>
            </a:extLst>
          </p:cNvPr>
          <p:cNvSpPr>
            <a:spLocks noGrp="1"/>
          </p:cNvSpPr>
          <p:nvPr>
            <p:ph sz="quarter" idx="10"/>
          </p:nvPr>
        </p:nvSpPr>
        <p:spPr>
          <a:xfrm>
            <a:off x="4644345" y="5196924"/>
            <a:ext cx="2903311" cy="454025"/>
          </a:xfrm>
          <a:prstGeom prst="rect">
            <a:avLst/>
          </a:prstGeom>
        </p:spPr>
        <p:txBody>
          <a:bodyPr anchor="ctr"/>
          <a:lstStyle>
            <a:lvl1pPr marL="0" indent="0" algn="ctr">
              <a:lnSpc>
                <a:spcPct val="100000"/>
              </a:lnSpc>
              <a:buNone/>
              <a:defRPr sz="2000">
                <a:solidFill>
                  <a:schemeClr val="accent2"/>
                </a:solidFill>
              </a:defRPr>
            </a:lvl1pPr>
          </a:lstStyle>
          <a:p>
            <a:pPr lvl="0"/>
            <a:endParaRPr lang="zh-CN" altLang="en-US" dirty="0"/>
          </a:p>
        </p:txBody>
      </p:sp>
      <p:sp>
        <p:nvSpPr>
          <p:cNvPr id="8" name="文本占位符 31">
            <a:extLst>
              <a:ext uri="{FF2B5EF4-FFF2-40B4-BE49-F238E27FC236}">
                <a16:creationId xmlns:a16="http://schemas.microsoft.com/office/drawing/2014/main" id="{5B70BAF5-028D-41B3-B9C1-DA2C824DFAF8}"/>
              </a:ext>
            </a:extLst>
          </p:cNvPr>
          <p:cNvSpPr>
            <a:spLocks noGrp="1"/>
          </p:cNvSpPr>
          <p:nvPr>
            <p:ph type="body" sz="quarter" idx="11"/>
          </p:nvPr>
        </p:nvSpPr>
        <p:spPr>
          <a:xfrm>
            <a:off x="4034910" y="4407403"/>
            <a:ext cx="4122181" cy="598488"/>
          </a:xfrm>
          <a:prstGeom prst="rect">
            <a:avLst/>
          </a:prstGeom>
        </p:spPr>
        <p:txBody>
          <a:bodyPr anchor="ctr"/>
          <a:lstStyle>
            <a:lvl1pPr marL="0" indent="0" algn="ctr">
              <a:lnSpc>
                <a:spcPct val="100000"/>
              </a:lnSpc>
              <a:buNone/>
              <a:defRPr sz="2400" b="1">
                <a:solidFill>
                  <a:schemeClr val="accent2"/>
                </a:solidFill>
              </a:defRPr>
            </a:lvl1pPr>
          </a:lstStyle>
          <a:p>
            <a:pPr lvl="0"/>
            <a:endParaRPr lang="zh-CN" altLang="en-US" dirty="0"/>
          </a:p>
        </p:txBody>
      </p:sp>
      <p:pic>
        <p:nvPicPr>
          <p:cNvPr id="9" name="图片 8">
            <a:extLst>
              <a:ext uri="{FF2B5EF4-FFF2-40B4-BE49-F238E27FC236}">
                <a16:creationId xmlns:a16="http://schemas.microsoft.com/office/drawing/2014/main" id="{45630356-568D-4951-BB6A-685960A62A21}"/>
              </a:ext>
            </a:extLst>
          </p:cNvPr>
          <p:cNvPicPr>
            <a:picLocks noChangeAspect="1"/>
          </p:cNvPicPr>
          <p:nvPr userDrawn="1"/>
        </p:nvPicPr>
        <p:blipFill rotWithShape="1">
          <a:blip r:embed="rId4" cstate="print"/>
          <a:srcRect l="74359" r="1346"/>
          <a:stretch/>
        </p:blipFill>
        <p:spPr>
          <a:xfrm>
            <a:off x="8870172" y="356842"/>
            <a:ext cx="3002280" cy="411617"/>
          </a:xfrm>
          <a:prstGeom prst="rect">
            <a:avLst/>
          </a:prstGeom>
        </p:spPr>
      </p:pic>
      <p:grpSp>
        <p:nvGrpSpPr>
          <p:cNvPr id="10" name="组合 9">
            <a:extLst>
              <a:ext uri="{FF2B5EF4-FFF2-40B4-BE49-F238E27FC236}">
                <a16:creationId xmlns:a16="http://schemas.microsoft.com/office/drawing/2014/main" id="{59C00A82-D333-4159-817E-9C7380D16DA1}"/>
              </a:ext>
            </a:extLst>
          </p:cNvPr>
          <p:cNvGrpSpPr/>
          <p:nvPr userDrawn="1"/>
        </p:nvGrpSpPr>
        <p:grpSpPr>
          <a:xfrm>
            <a:off x="2328587" y="6244170"/>
            <a:ext cx="7554800" cy="406590"/>
            <a:chOff x="2328587" y="6073254"/>
            <a:chExt cx="7554800" cy="406590"/>
          </a:xfrm>
        </p:grpSpPr>
        <p:pic>
          <p:nvPicPr>
            <p:cNvPr id="11" name="图片 10">
              <a:extLst>
                <a:ext uri="{FF2B5EF4-FFF2-40B4-BE49-F238E27FC236}">
                  <a16:creationId xmlns:a16="http://schemas.microsoft.com/office/drawing/2014/main" id="{32F7CF06-2AC1-461F-B3BC-23393E41E731}"/>
                </a:ext>
              </a:extLst>
            </p:cNvPr>
            <p:cNvPicPr>
              <a:picLocks noChangeAspect="1"/>
            </p:cNvPicPr>
            <p:nvPr userDrawn="1"/>
          </p:nvPicPr>
          <p:blipFill rotWithShape="1">
            <a:blip r:embed="rId5">
              <a:alphaModFix amt="50000"/>
            </a:blip>
            <a:srcRect t="9831" b="36385"/>
            <a:stretch/>
          </p:blipFill>
          <p:spPr>
            <a:xfrm>
              <a:off x="3352562" y="6073254"/>
              <a:ext cx="5486876" cy="406590"/>
            </a:xfrm>
            <a:prstGeom prst="rect">
              <a:avLst/>
            </a:prstGeom>
          </p:spPr>
        </p:pic>
        <p:sp>
          <p:nvSpPr>
            <p:cNvPr id="12" name="椭圆 11">
              <a:extLst>
                <a:ext uri="{FF2B5EF4-FFF2-40B4-BE49-F238E27FC236}">
                  <a16:creationId xmlns:a16="http://schemas.microsoft.com/office/drawing/2014/main" id="{7D624B0D-C38A-4A21-9289-4625DBDC6329}"/>
                </a:ext>
              </a:extLst>
            </p:cNvPr>
            <p:cNvSpPr/>
            <p:nvPr userDrawn="1"/>
          </p:nvSpPr>
          <p:spPr>
            <a:xfrm>
              <a:off x="6051000" y="6259222"/>
              <a:ext cx="90000" cy="900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B71D46B1-BB63-4C6F-B0CE-67B40AD7F8B4}"/>
                </a:ext>
              </a:extLst>
            </p:cNvPr>
            <p:cNvCxnSpPr>
              <a:cxnSpLocks/>
            </p:cNvCxnSpPr>
            <p:nvPr userDrawn="1"/>
          </p:nvCxnSpPr>
          <p:spPr>
            <a:xfrm>
              <a:off x="2328587" y="6316922"/>
              <a:ext cx="900000" cy="0"/>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1B8C26D-FDFA-4BF4-A7CF-B529B7E2DB07}"/>
                </a:ext>
              </a:extLst>
            </p:cNvPr>
            <p:cNvCxnSpPr>
              <a:cxnSpLocks/>
            </p:cNvCxnSpPr>
            <p:nvPr userDrawn="1"/>
          </p:nvCxnSpPr>
          <p:spPr>
            <a:xfrm>
              <a:off x="8983387" y="6316922"/>
              <a:ext cx="900000" cy="0"/>
            </a:xfrm>
            <a:prstGeom prst="line">
              <a:avLst/>
            </a:prstGeom>
            <a:ln w="127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D98E603D-9283-4A63-8228-31FC2A45BE6E}"/>
              </a:ext>
            </a:extLst>
          </p:cNvPr>
          <p:cNvCxnSpPr/>
          <p:nvPr userDrawn="1"/>
        </p:nvCxnSpPr>
        <p:spPr>
          <a:xfrm>
            <a:off x="2046000" y="1712549"/>
            <a:ext cx="8100000"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1622BD5-1061-4C09-9A14-FD1D2E6AED4C}"/>
              </a:ext>
            </a:extLst>
          </p:cNvPr>
          <p:cNvCxnSpPr/>
          <p:nvPr userDrawn="1"/>
        </p:nvCxnSpPr>
        <p:spPr>
          <a:xfrm>
            <a:off x="2046000" y="3428810"/>
            <a:ext cx="8100000"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64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2">
    <p:spTree>
      <p:nvGrpSpPr>
        <p:cNvPr id="1" name=""/>
        <p:cNvGrpSpPr/>
        <p:nvPr/>
      </p:nvGrpSpPr>
      <p:grpSpPr>
        <a:xfrm>
          <a:off x="0" y="0"/>
          <a:ext cx="0" cy="0"/>
          <a:chOff x="0" y="0"/>
          <a:chExt cx="0" cy="0"/>
        </a:xfrm>
      </p:grpSpPr>
      <p:sp>
        <p:nvSpPr>
          <p:cNvPr id="7" name="图片占位符 6">
            <a:extLst>
              <a:ext uri="{FF2B5EF4-FFF2-40B4-BE49-F238E27FC236}">
                <a16:creationId xmlns:a16="http://schemas.microsoft.com/office/drawing/2014/main" id="{B2AC7F3C-7382-4A84-A86E-90EDDD72E86C}"/>
              </a:ext>
            </a:extLst>
          </p:cNvPr>
          <p:cNvSpPr>
            <a:spLocks noGrp="1"/>
          </p:cNvSpPr>
          <p:nvPr>
            <p:ph type="pic" sz="quarter" idx="10"/>
          </p:nvPr>
        </p:nvSpPr>
        <p:spPr>
          <a:xfrm>
            <a:off x="0" y="1"/>
            <a:ext cx="12192000" cy="3990974"/>
          </a:xfrm>
          <a:prstGeom prst="rect">
            <a:avLst/>
          </a:prstGeom>
        </p:spPr>
        <p:txBody>
          <a:bodyPr anchor="ctr"/>
          <a:lstStyle>
            <a:lvl1pPr marL="0" indent="0" algn="ctr">
              <a:buNone/>
              <a:defRPr/>
            </a:lvl1pPr>
          </a:lstStyle>
          <a:p>
            <a:endParaRPr lang="zh-CN" altLang="en-US" dirty="0"/>
          </a:p>
        </p:txBody>
      </p:sp>
      <p:sp>
        <p:nvSpPr>
          <p:cNvPr id="8" name="内容占位符 25">
            <a:extLst>
              <a:ext uri="{FF2B5EF4-FFF2-40B4-BE49-F238E27FC236}">
                <a16:creationId xmlns:a16="http://schemas.microsoft.com/office/drawing/2014/main" id="{3E65EB6F-1E6F-4BA7-9B1A-87394468F945}"/>
              </a:ext>
            </a:extLst>
          </p:cNvPr>
          <p:cNvSpPr>
            <a:spLocks noGrp="1"/>
          </p:cNvSpPr>
          <p:nvPr>
            <p:ph sz="quarter" idx="11"/>
          </p:nvPr>
        </p:nvSpPr>
        <p:spPr>
          <a:xfrm>
            <a:off x="888484" y="6091547"/>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9" name="文本占位符 31">
            <a:extLst>
              <a:ext uri="{FF2B5EF4-FFF2-40B4-BE49-F238E27FC236}">
                <a16:creationId xmlns:a16="http://schemas.microsoft.com/office/drawing/2014/main" id="{C851C1A8-2647-4778-B954-91350A393600}"/>
              </a:ext>
            </a:extLst>
          </p:cNvPr>
          <p:cNvSpPr>
            <a:spLocks noGrp="1"/>
          </p:cNvSpPr>
          <p:nvPr>
            <p:ph type="body" sz="quarter" idx="12"/>
          </p:nvPr>
        </p:nvSpPr>
        <p:spPr>
          <a:xfrm>
            <a:off x="888484" y="5337593"/>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10" name="标题 1">
            <a:extLst>
              <a:ext uri="{FF2B5EF4-FFF2-40B4-BE49-F238E27FC236}">
                <a16:creationId xmlns:a16="http://schemas.microsoft.com/office/drawing/2014/main" id="{A67E4451-E515-4CD6-9AC2-80FEED5A33AE}"/>
              </a:ext>
            </a:extLst>
          </p:cNvPr>
          <p:cNvSpPr>
            <a:spLocks noGrp="1"/>
          </p:cNvSpPr>
          <p:nvPr>
            <p:ph type="title" hasCustomPrompt="1"/>
          </p:nvPr>
        </p:nvSpPr>
        <p:spPr>
          <a:xfrm>
            <a:off x="888484" y="4121272"/>
            <a:ext cx="7798316" cy="1060855"/>
          </a:xfrm>
          <a:prstGeom prst="rect">
            <a:avLst/>
          </a:prstGeom>
          <a:noFill/>
          <a:effectLst/>
        </p:spPr>
        <p:txBody>
          <a:bodyPr anchor="ctr">
            <a:noAutofit/>
          </a:bodyPr>
          <a:lstStyle>
            <a:lvl1pPr algn="l">
              <a:lnSpc>
                <a:spcPct val="100000"/>
              </a:lnSpc>
              <a:defRPr sz="4800" b="0">
                <a:solidFill>
                  <a:schemeClr val="tx2"/>
                </a:solidFill>
                <a:effectLst/>
              </a:defRPr>
            </a:lvl1pPr>
          </a:lstStyle>
          <a:p>
            <a:r>
              <a:rPr lang="zh-CN" altLang="en-US" dirty="0"/>
              <a:t>单击此处编辑标题样式</a:t>
            </a:r>
          </a:p>
        </p:txBody>
      </p:sp>
      <p:pic>
        <p:nvPicPr>
          <p:cNvPr id="5" name="图片 4">
            <a:extLst>
              <a:ext uri="{FF2B5EF4-FFF2-40B4-BE49-F238E27FC236}">
                <a16:creationId xmlns:a16="http://schemas.microsoft.com/office/drawing/2014/main" id="{4EEB66B9-CD9A-4406-B82A-B301F0B2B0E1}"/>
              </a:ext>
            </a:extLst>
          </p:cNvPr>
          <p:cNvPicPr>
            <a:picLocks noChangeAspect="1"/>
          </p:cNvPicPr>
          <p:nvPr userDrawn="1"/>
        </p:nvPicPr>
        <p:blipFill rotWithShape="1">
          <a:blip r:embed="rId2" cstate="print"/>
          <a:srcRect l="74359" r="1346"/>
          <a:stretch/>
        </p:blipFill>
        <p:spPr>
          <a:xfrm>
            <a:off x="8870172" y="6192838"/>
            <a:ext cx="3002280" cy="411617"/>
          </a:xfrm>
          <a:prstGeom prst="rect">
            <a:avLst/>
          </a:prstGeom>
        </p:spPr>
      </p:pic>
      <p:cxnSp>
        <p:nvCxnSpPr>
          <p:cNvPr id="11" name="直接连接符 10">
            <a:extLst>
              <a:ext uri="{FF2B5EF4-FFF2-40B4-BE49-F238E27FC236}">
                <a16:creationId xmlns:a16="http://schemas.microsoft.com/office/drawing/2014/main" id="{BAED13B5-679B-4E26-81FE-6C898B17DE9C}"/>
              </a:ext>
            </a:extLst>
          </p:cNvPr>
          <p:cNvCxnSpPr>
            <a:cxnSpLocks/>
          </p:cNvCxnSpPr>
          <p:nvPr userDrawn="1"/>
        </p:nvCxnSpPr>
        <p:spPr>
          <a:xfrm>
            <a:off x="-80735" y="4049349"/>
            <a:ext cx="12272735" cy="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52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3">
    <p:spTree>
      <p:nvGrpSpPr>
        <p:cNvPr id="1" name=""/>
        <p:cNvGrpSpPr/>
        <p:nvPr/>
      </p:nvGrpSpPr>
      <p:grpSpPr>
        <a:xfrm>
          <a:off x="0" y="0"/>
          <a:ext cx="0" cy="0"/>
          <a:chOff x="0" y="0"/>
          <a:chExt cx="0" cy="0"/>
        </a:xfrm>
      </p:grpSpPr>
      <p:sp>
        <p:nvSpPr>
          <p:cNvPr id="3" name="图片占位符 6">
            <a:extLst>
              <a:ext uri="{FF2B5EF4-FFF2-40B4-BE49-F238E27FC236}">
                <a16:creationId xmlns:a16="http://schemas.microsoft.com/office/drawing/2014/main" id="{636D3F5B-DBA0-4275-91FF-D14D16748B87}"/>
              </a:ext>
            </a:extLst>
          </p:cNvPr>
          <p:cNvSpPr>
            <a:spLocks noGrp="1"/>
          </p:cNvSpPr>
          <p:nvPr>
            <p:ph type="pic" sz="quarter" idx="10"/>
          </p:nvPr>
        </p:nvSpPr>
        <p:spPr>
          <a:xfrm>
            <a:off x="6388100" y="0"/>
            <a:ext cx="5803900" cy="6858000"/>
          </a:xfrm>
          <a:prstGeom prst="rect">
            <a:avLst/>
          </a:prstGeom>
        </p:spPr>
        <p:txBody>
          <a:bodyPr anchor="ctr"/>
          <a:lstStyle>
            <a:lvl1pPr marL="0" indent="0" algn="ctr">
              <a:buNone/>
              <a:defRPr/>
            </a:lvl1pPr>
          </a:lstStyle>
          <a:p>
            <a:endParaRPr lang="zh-CN" altLang="en-US" dirty="0"/>
          </a:p>
        </p:txBody>
      </p:sp>
      <p:sp>
        <p:nvSpPr>
          <p:cNvPr id="4" name="内容占位符 25">
            <a:extLst>
              <a:ext uri="{FF2B5EF4-FFF2-40B4-BE49-F238E27FC236}">
                <a16:creationId xmlns:a16="http://schemas.microsoft.com/office/drawing/2014/main" id="{EAF966A0-3FED-4405-A46B-41C9C95D779B}"/>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5" name="文本占位符 31">
            <a:extLst>
              <a:ext uri="{FF2B5EF4-FFF2-40B4-BE49-F238E27FC236}">
                <a16:creationId xmlns:a16="http://schemas.microsoft.com/office/drawing/2014/main" id="{5CABA719-CA98-4DC1-BD84-0C9150108BD3}"/>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6" name="标题 1">
            <a:extLst>
              <a:ext uri="{FF2B5EF4-FFF2-40B4-BE49-F238E27FC236}">
                <a16:creationId xmlns:a16="http://schemas.microsoft.com/office/drawing/2014/main" id="{6A416B96-18E1-4343-823D-E9C854070CD6}"/>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tx2"/>
                </a:solidFill>
                <a:effectLst/>
              </a:defRPr>
            </a:lvl1pPr>
          </a:lstStyle>
          <a:p>
            <a:r>
              <a:rPr lang="zh-CN" altLang="en-US" dirty="0"/>
              <a:t>单击此处编辑标题样式</a:t>
            </a:r>
          </a:p>
        </p:txBody>
      </p:sp>
      <p:pic>
        <p:nvPicPr>
          <p:cNvPr id="7" name="图片 6">
            <a:extLst>
              <a:ext uri="{FF2B5EF4-FFF2-40B4-BE49-F238E27FC236}">
                <a16:creationId xmlns:a16="http://schemas.microsoft.com/office/drawing/2014/main" id="{15F3585C-5A73-4AF1-B357-3035864895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8" name="图片 7">
            <a:extLst>
              <a:ext uri="{FF2B5EF4-FFF2-40B4-BE49-F238E27FC236}">
                <a16:creationId xmlns:a16="http://schemas.microsoft.com/office/drawing/2014/main" id="{3069D545-3D6A-42A2-B6DB-9D6B8FC38E13}"/>
              </a:ext>
            </a:extLst>
          </p:cNvPr>
          <p:cNvPicPr>
            <a:picLocks noChangeAspect="1"/>
          </p:cNvPicPr>
          <p:nvPr userDrawn="1"/>
        </p:nvPicPr>
        <p:blipFill rotWithShape="1">
          <a:blip r:embed="rId3" cstate="print"/>
          <a:srcRect l="74359" r="1346"/>
          <a:stretch/>
        </p:blipFill>
        <p:spPr>
          <a:xfrm>
            <a:off x="310878" y="6192838"/>
            <a:ext cx="3002280" cy="411617"/>
          </a:xfrm>
          <a:prstGeom prst="rect">
            <a:avLst/>
          </a:prstGeom>
        </p:spPr>
      </p:pic>
      <p:cxnSp>
        <p:nvCxnSpPr>
          <p:cNvPr id="9" name="直接连接符 8">
            <a:extLst>
              <a:ext uri="{FF2B5EF4-FFF2-40B4-BE49-F238E27FC236}">
                <a16:creationId xmlns:a16="http://schemas.microsoft.com/office/drawing/2014/main" id="{B683CA0A-3CEC-4CF5-883E-6E1BED8E599C}"/>
              </a:ext>
            </a:extLst>
          </p:cNvPr>
          <p:cNvCxnSpPr>
            <a:cxnSpLocks/>
          </p:cNvCxnSpPr>
          <p:nvPr userDrawn="1"/>
        </p:nvCxnSpPr>
        <p:spPr>
          <a:xfrm>
            <a:off x="6261100" y="0"/>
            <a:ext cx="0" cy="68580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661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3-dark">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D36BD71-E314-4A66-99B1-E39EA1F94132}"/>
              </a:ext>
            </a:extLst>
          </p:cNvPr>
          <p:cNvSpPr/>
          <p:nvPr userDrawn="1"/>
        </p:nvSpPr>
        <p:spPr>
          <a:xfrm>
            <a:off x="-19050" y="0"/>
            <a:ext cx="6115050" cy="6858000"/>
          </a:xfrm>
          <a:prstGeom prst="rect">
            <a:avLst/>
          </a:prstGeom>
          <a:solidFill>
            <a:schemeClr val="tx2"/>
          </a:solidFill>
          <a:ln w="12700" cap="flat" cmpd="sng" algn="ctr">
            <a:noFill/>
            <a:prstDash val="solid"/>
            <a:miter lim="800000"/>
          </a:ln>
          <a:effectLst/>
        </p:spPr>
        <p:txBody>
          <a:bodyPr rtlCol="0" anchor="ctr"/>
          <a:lstStyle/>
          <a:p>
            <a:pPr algn="just"/>
            <a:endParaRPr lang="zh-CN" altLang="en-US" dirty="0"/>
          </a:p>
        </p:txBody>
      </p:sp>
      <p:sp>
        <p:nvSpPr>
          <p:cNvPr id="3" name="图片占位符 6">
            <a:extLst>
              <a:ext uri="{FF2B5EF4-FFF2-40B4-BE49-F238E27FC236}">
                <a16:creationId xmlns:a16="http://schemas.microsoft.com/office/drawing/2014/main" id="{636D3F5B-DBA0-4275-91FF-D14D16748B87}"/>
              </a:ext>
            </a:extLst>
          </p:cNvPr>
          <p:cNvSpPr>
            <a:spLocks noGrp="1"/>
          </p:cNvSpPr>
          <p:nvPr>
            <p:ph type="pic" sz="quarter" idx="10"/>
          </p:nvPr>
        </p:nvSpPr>
        <p:spPr>
          <a:xfrm>
            <a:off x="6388100" y="0"/>
            <a:ext cx="5803900" cy="6858000"/>
          </a:xfrm>
          <a:prstGeom prst="rect">
            <a:avLst/>
          </a:prstGeom>
        </p:spPr>
        <p:txBody>
          <a:bodyPr anchor="ctr"/>
          <a:lstStyle>
            <a:lvl1pPr marL="0" indent="0" algn="ctr">
              <a:buNone/>
              <a:defRPr/>
            </a:lvl1pPr>
          </a:lstStyle>
          <a:p>
            <a:endParaRPr lang="zh-CN" altLang="en-US" dirty="0"/>
          </a:p>
        </p:txBody>
      </p:sp>
      <p:sp>
        <p:nvSpPr>
          <p:cNvPr id="4" name="内容占位符 25">
            <a:extLst>
              <a:ext uri="{FF2B5EF4-FFF2-40B4-BE49-F238E27FC236}">
                <a16:creationId xmlns:a16="http://schemas.microsoft.com/office/drawing/2014/main" id="{EAF966A0-3FED-4405-A46B-41C9C95D779B}"/>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bg1"/>
                </a:solidFill>
              </a:defRPr>
            </a:lvl1pPr>
          </a:lstStyle>
          <a:p>
            <a:pPr lvl="0"/>
            <a:endParaRPr lang="zh-CN" altLang="en-US" dirty="0"/>
          </a:p>
        </p:txBody>
      </p:sp>
      <p:sp>
        <p:nvSpPr>
          <p:cNvPr id="5" name="文本占位符 31">
            <a:extLst>
              <a:ext uri="{FF2B5EF4-FFF2-40B4-BE49-F238E27FC236}">
                <a16:creationId xmlns:a16="http://schemas.microsoft.com/office/drawing/2014/main" id="{5CABA719-CA98-4DC1-BD84-0C9150108BD3}"/>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bg1"/>
                </a:solidFill>
              </a:defRPr>
            </a:lvl1pPr>
          </a:lstStyle>
          <a:p>
            <a:pPr lvl="0"/>
            <a:endParaRPr lang="zh-CN" altLang="en-US" dirty="0"/>
          </a:p>
        </p:txBody>
      </p:sp>
      <p:sp>
        <p:nvSpPr>
          <p:cNvPr id="6" name="标题 1">
            <a:extLst>
              <a:ext uri="{FF2B5EF4-FFF2-40B4-BE49-F238E27FC236}">
                <a16:creationId xmlns:a16="http://schemas.microsoft.com/office/drawing/2014/main" id="{6A416B96-18E1-4343-823D-E9C854070CD6}"/>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bg1"/>
                </a:solidFill>
                <a:effectLst/>
              </a:defRPr>
            </a:lvl1pPr>
          </a:lstStyle>
          <a:p>
            <a:r>
              <a:rPr lang="zh-CN" altLang="en-US" dirty="0"/>
              <a:t>单击此处编辑标题样式</a:t>
            </a:r>
          </a:p>
        </p:txBody>
      </p:sp>
      <p:pic>
        <p:nvPicPr>
          <p:cNvPr id="7" name="图片 6">
            <a:extLst>
              <a:ext uri="{FF2B5EF4-FFF2-40B4-BE49-F238E27FC236}">
                <a16:creationId xmlns:a16="http://schemas.microsoft.com/office/drawing/2014/main" id="{15F3585C-5A73-4AF1-B357-30358648957E}"/>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8" name="图片 7">
            <a:extLst>
              <a:ext uri="{FF2B5EF4-FFF2-40B4-BE49-F238E27FC236}">
                <a16:creationId xmlns:a16="http://schemas.microsoft.com/office/drawing/2014/main" id="{3069D545-3D6A-42A2-B6DB-9D6B8FC38E13}"/>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Lst>
          </a:blip>
          <a:srcRect l="74359" r="1346"/>
          <a:stretch/>
        </p:blipFill>
        <p:spPr>
          <a:xfrm>
            <a:off x="310878" y="6192838"/>
            <a:ext cx="3002280" cy="411617"/>
          </a:xfrm>
          <a:prstGeom prst="rect">
            <a:avLst/>
          </a:prstGeom>
        </p:spPr>
      </p:pic>
      <p:cxnSp>
        <p:nvCxnSpPr>
          <p:cNvPr id="9" name="直接连接符 8">
            <a:extLst>
              <a:ext uri="{FF2B5EF4-FFF2-40B4-BE49-F238E27FC236}">
                <a16:creationId xmlns:a16="http://schemas.microsoft.com/office/drawing/2014/main" id="{B683CA0A-3CEC-4CF5-883E-6E1BED8E599C}"/>
              </a:ext>
            </a:extLst>
          </p:cNvPr>
          <p:cNvCxnSpPr>
            <a:cxnSpLocks/>
          </p:cNvCxnSpPr>
          <p:nvPr userDrawn="1"/>
        </p:nvCxnSpPr>
        <p:spPr>
          <a:xfrm>
            <a:off x="6261100" y="0"/>
            <a:ext cx="0" cy="68580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375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4">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98E190D1-AFAC-4AD9-B92E-58B87CBA2BBB}"/>
              </a:ext>
            </a:extLst>
          </p:cNvPr>
          <p:cNvSpPr/>
          <p:nvPr userDrawn="1"/>
        </p:nvSpPr>
        <p:spPr>
          <a:xfrm>
            <a:off x="10515600" y="-25400"/>
            <a:ext cx="1676400" cy="6883400"/>
          </a:xfrm>
          <a:prstGeom prst="triangle">
            <a:avLst>
              <a:gd name="adj" fmla="val 99435"/>
            </a:avLst>
          </a:prstGeom>
          <a:gradFill>
            <a:gsLst>
              <a:gs pos="100000">
                <a:schemeClr val="accent4"/>
              </a:gs>
              <a:gs pos="62000">
                <a:schemeClr val="tx2"/>
              </a:gs>
            </a:gsLst>
            <a:lin ang="2700000" scaled="0"/>
          </a:gradFill>
          <a:ln w="12700" cap="flat" cmpd="sng" algn="ctr">
            <a:solidFill>
              <a:schemeClr val="bg1"/>
            </a:solidFill>
            <a:prstDash val="solid"/>
            <a:miter lim="800000"/>
          </a:ln>
          <a:effectLst/>
        </p:spPr>
        <p:txBody>
          <a:bodyPr rtlCol="0" anchor="ctr"/>
          <a:lstStyle/>
          <a:p>
            <a:pPr lvl="0" algn="just"/>
            <a:endParaRPr lang="zh-CN" altLang="en-US" dirty="0"/>
          </a:p>
        </p:txBody>
      </p:sp>
      <p:sp>
        <p:nvSpPr>
          <p:cNvPr id="5" name="内容占位符 25">
            <a:extLst>
              <a:ext uri="{FF2B5EF4-FFF2-40B4-BE49-F238E27FC236}">
                <a16:creationId xmlns:a16="http://schemas.microsoft.com/office/drawing/2014/main" id="{96682C4B-F3CB-4913-99B2-00AFB7251FAA}"/>
              </a:ext>
            </a:extLst>
          </p:cNvPr>
          <p:cNvSpPr>
            <a:spLocks noGrp="1"/>
          </p:cNvSpPr>
          <p:nvPr>
            <p:ph sz="quarter" idx="11"/>
          </p:nvPr>
        </p:nvSpPr>
        <p:spPr>
          <a:xfrm>
            <a:off x="360363" y="3867150"/>
            <a:ext cx="2903311" cy="454025"/>
          </a:xfrm>
          <a:prstGeom prst="rect">
            <a:avLst/>
          </a:prstGeom>
        </p:spPr>
        <p:txBody>
          <a:bodyPr anchor="ctr"/>
          <a:lstStyle>
            <a:lvl1pPr marL="0" indent="0" algn="l">
              <a:lnSpc>
                <a:spcPct val="100000"/>
              </a:lnSpc>
              <a:buNone/>
              <a:defRPr sz="2000">
                <a:solidFill>
                  <a:schemeClr val="accent2"/>
                </a:solidFill>
              </a:defRPr>
            </a:lvl1pPr>
          </a:lstStyle>
          <a:p>
            <a:pPr lvl="0"/>
            <a:endParaRPr lang="zh-CN" altLang="en-US" dirty="0"/>
          </a:p>
        </p:txBody>
      </p:sp>
      <p:sp>
        <p:nvSpPr>
          <p:cNvPr id="6" name="文本占位符 31">
            <a:extLst>
              <a:ext uri="{FF2B5EF4-FFF2-40B4-BE49-F238E27FC236}">
                <a16:creationId xmlns:a16="http://schemas.microsoft.com/office/drawing/2014/main" id="{B5A17264-04D1-4C02-832A-A1DA9484B078}"/>
              </a:ext>
            </a:extLst>
          </p:cNvPr>
          <p:cNvSpPr>
            <a:spLocks noGrp="1"/>
          </p:cNvSpPr>
          <p:nvPr>
            <p:ph type="body" sz="quarter" idx="12"/>
          </p:nvPr>
        </p:nvSpPr>
        <p:spPr>
          <a:xfrm>
            <a:off x="360363" y="3113196"/>
            <a:ext cx="4122181" cy="598488"/>
          </a:xfrm>
          <a:prstGeom prst="rect">
            <a:avLst/>
          </a:prstGeom>
        </p:spPr>
        <p:txBody>
          <a:bodyPr anchor="ctr"/>
          <a:lstStyle>
            <a:lvl1pPr marL="0" indent="0" algn="l">
              <a:lnSpc>
                <a:spcPct val="100000"/>
              </a:lnSpc>
              <a:buNone/>
              <a:defRPr sz="2400" b="1">
                <a:solidFill>
                  <a:schemeClr val="accent2"/>
                </a:solidFill>
              </a:defRPr>
            </a:lvl1pPr>
          </a:lstStyle>
          <a:p>
            <a:pPr lvl="0"/>
            <a:endParaRPr lang="zh-CN" altLang="en-US" dirty="0"/>
          </a:p>
        </p:txBody>
      </p:sp>
      <p:sp>
        <p:nvSpPr>
          <p:cNvPr id="7" name="标题 1">
            <a:extLst>
              <a:ext uri="{FF2B5EF4-FFF2-40B4-BE49-F238E27FC236}">
                <a16:creationId xmlns:a16="http://schemas.microsoft.com/office/drawing/2014/main" id="{26FA3F28-F930-4C1E-80F2-90C73C8F3063}"/>
              </a:ext>
            </a:extLst>
          </p:cNvPr>
          <p:cNvSpPr>
            <a:spLocks noGrp="1"/>
          </p:cNvSpPr>
          <p:nvPr>
            <p:ph type="title" hasCustomPrompt="1"/>
          </p:nvPr>
        </p:nvSpPr>
        <p:spPr>
          <a:xfrm>
            <a:off x="360363" y="1896875"/>
            <a:ext cx="5740916" cy="1060855"/>
          </a:xfrm>
          <a:prstGeom prst="rect">
            <a:avLst/>
          </a:prstGeom>
          <a:noFill/>
          <a:effectLst/>
        </p:spPr>
        <p:txBody>
          <a:bodyPr anchor="ctr">
            <a:noAutofit/>
          </a:bodyPr>
          <a:lstStyle>
            <a:lvl1pPr algn="l">
              <a:lnSpc>
                <a:spcPct val="100000"/>
              </a:lnSpc>
              <a:defRPr sz="4000" b="0">
                <a:solidFill>
                  <a:schemeClr val="tx2"/>
                </a:solidFill>
                <a:effectLst/>
              </a:defRPr>
            </a:lvl1pPr>
          </a:lstStyle>
          <a:p>
            <a:r>
              <a:rPr lang="zh-CN" altLang="en-US" dirty="0"/>
              <a:t>单击此处编辑标题样式</a:t>
            </a:r>
          </a:p>
        </p:txBody>
      </p:sp>
      <p:pic>
        <p:nvPicPr>
          <p:cNvPr id="8" name="图片 7">
            <a:extLst>
              <a:ext uri="{FF2B5EF4-FFF2-40B4-BE49-F238E27FC236}">
                <a16:creationId xmlns:a16="http://schemas.microsoft.com/office/drawing/2014/main" id="{2286D724-0E80-4FBA-8317-A8CE5EF380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2913" y="275589"/>
            <a:ext cx="2169174" cy="713098"/>
          </a:xfrm>
          <a:prstGeom prst="rect">
            <a:avLst/>
          </a:prstGeom>
        </p:spPr>
      </p:pic>
      <p:pic>
        <p:nvPicPr>
          <p:cNvPr id="9" name="图片 8">
            <a:extLst>
              <a:ext uri="{FF2B5EF4-FFF2-40B4-BE49-F238E27FC236}">
                <a16:creationId xmlns:a16="http://schemas.microsoft.com/office/drawing/2014/main" id="{F53A0ABC-646A-4367-9E96-FFDDE79E6B5F}"/>
              </a:ext>
            </a:extLst>
          </p:cNvPr>
          <p:cNvPicPr>
            <a:picLocks noChangeAspect="1"/>
          </p:cNvPicPr>
          <p:nvPr userDrawn="1"/>
        </p:nvPicPr>
        <p:blipFill rotWithShape="1">
          <a:blip r:embed="rId3" cstate="print"/>
          <a:srcRect l="74359" r="1346"/>
          <a:stretch/>
        </p:blipFill>
        <p:spPr>
          <a:xfrm>
            <a:off x="310878" y="6192838"/>
            <a:ext cx="3002280" cy="411617"/>
          </a:xfrm>
          <a:prstGeom prst="rect">
            <a:avLst/>
          </a:prstGeom>
        </p:spPr>
      </p:pic>
      <p:sp>
        <p:nvSpPr>
          <p:cNvPr id="10" name="图片占位符 6">
            <a:extLst>
              <a:ext uri="{FF2B5EF4-FFF2-40B4-BE49-F238E27FC236}">
                <a16:creationId xmlns:a16="http://schemas.microsoft.com/office/drawing/2014/main" id="{1E4B9AD9-F42C-42B1-BF19-2BD63A06C277}"/>
              </a:ext>
            </a:extLst>
          </p:cNvPr>
          <p:cNvSpPr>
            <a:spLocks noGrp="1"/>
          </p:cNvSpPr>
          <p:nvPr>
            <p:ph type="pic" sz="quarter" idx="10"/>
          </p:nvPr>
        </p:nvSpPr>
        <p:spPr>
          <a:xfrm>
            <a:off x="5859400" y="0"/>
            <a:ext cx="6146801" cy="6858000"/>
          </a:xfrm>
          <a:prstGeom prst="parallelogram">
            <a:avLst>
              <a:gd name="adj" fmla="val 28125"/>
            </a:avLst>
          </a:prstGeom>
          <a:effectLst>
            <a:outerShdw blurRad="50800" dist="38100" dir="2700000" algn="tl" rotWithShape="0">
              <a:prstClr val="black">
                <a:alpha val="40000"/>
              </a:prstClr>
            </a:outerShdw>
          </a:effectLst>
        </p:spPr>
        <p:txBody>
          <a:bodyPr anchor="ctr"/>
          <a:lstStyle>
            <a:lvl1pPr marL="0" indent="0" algn="ctr">
              <a:buNone/>
              <a:defRPr/>
            </a:lvl1pPr>
          </a:lstStyle>
          <a:p>
            <a:endParaRPr lang="zh-CN" altLang="en-US" dirty="0"/>
          </a:p>
        </p:txBody>
      </p:sp>
      <p:cxnSp>
        <p:nvCxnSpPr>
          <p:cNvPr id="11" name="直接连接符 10">
            <a:extLst>
              <a:ext uri="{FF2B5EF4-FFF2-40B4-BE49-F238E27FC236}">
                <a16:creationId xmlns:a16="http://schemas.microsoft.com/office/drawing/2014/main" id="{8763BFF2-1BD6-4E69-9E37-FE80DFEC27A8}"/>
              </a:ext>
            </a:extLst>
          </p:cNvPr>
          <p:cNvCxnSpPr>
            <a:cxnSpLocks/>
          </p:cNvCxnSpPr>
          <p:nvPr userDrawn="1"/>
        </p:nvCxnSpPr>
        <p:spPr>
          <a:xfrm flipH="1">
            <a:off x="5710548" y="-25400"/>
            <a:ext cx="1737055" cy="6883400"/>
          </a:xfrm>
          <a:prstGeom prst="line">
            <a:avLst/>
          </a:prstGeom>
          <a:ln w="31750">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22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面5">
    <p:spTree>
      <p:nvGrpSpPr>
        <p:cNvPr id="1" name=""/>
        <p:cNvGrpSpPr/>
        <p:nvPr/>
      </p:nvGrpSpPr>
      <p:grpSpPr>
        <a:xfrm>
          <a:off x="0" y="0"/>
          <a:ext cx="0" cy="0"/>
          <a:chOff x="0" y="0"/>
          <a:chExt cx="0" cy="0"/>
        </a:xfrm>
      </p:grpSpPr>
      <p:pic>
        <p:nvPicPr>
          <p:cNvPr id="6" name="图片 5" descr="图片包含 建筑物&#10;&#10;自动生成的说明">
            <a:extLst>
              <a:ext uri="{FF2B5EF4-FFF2-40B4-BE49-F238E27FC236}">
                <a16:creationId xmlns:a16="http://schemas.microsoft.com/office/drawing/2014/main" id="{CA3B2481-2E39-4F26-AD96-B5923670EB5F}"/>
              </a:ext>
            </a:extLst>
          </p:cNvPr>
          <p:cNvPicPr>
            <a:picLocks noChangeAspect="1"/>
          </p:cNvPicPr>
          <p:nvPr userDrawn="1"/>
        </p:nvPicPr>
        <p:blipFill>
          <a:blip r:embed="rId2" cstate="print">
            <a:duotone>
              <a:prstClr val="black"/>
              <a:schemeClr val="accent1">
                <a:tint val="45000"/>
                <a:satMod val="400000"/>
              </a:schemeClr>
            </a:duotone>
            <a:alphaModFix amt="10000"/>
            <a:extLst>
              <a:ext uri="{28A0092B-C50C-407E-A947-70E740481C1C}">
                <a14:useLocalDpi xmlns:a14="http://schemas.microsoft.com/office/drawing/2010/main" val="0"/>
              </a:ext>
            </a:extLst>
          </a:blip>
          <a:stretch>
            <a:fillRect/>
          </a:stretch>
        </p:blipFill>
        <p:spPr>
          <a:xfrm>
            <a:off x="4144710" y="2394097"/>
            <a:ext cx="8047290" cy="2590938"/>
          </a:xfrm>
          <a:prstGeom prst="rect">
            <a:avLst/>
          </a:prstGeom>
        </p:spPr>
      </p:pic>
      <p:sp>
        <p:nvSpPr>
          <p:cNvPr id="5" name="标题 1">
            <a:extLst>
              <a:ext uri="{FF2B5EF4-FFF2-40B4-BE49-F238E27FC236}">
                <a16:creationId xmlns:a16="http://schemas.microsoft.com/office/drawing/2014/main" id="{C227DB4D-9A52-41BB-8743-E8038C4138FC}"/>
              </a:ext>
            </a:extLst>
          </p:cNvPr>
          <p:cNvSpPr>
            <a:spLocks noGrp="1"/>
          </p:cNvSpPr>
          <p:nvPr>
            <p:ph type="title" hasCustomPrompt="1"/>
          </p:nvPr>
        </p:nvSpPr>
        <p:spPr>
          <a:xfrm>
            <a:off x="5460763" y="2407580"/>
            <a:ext cx="6426437" cy="1060855"/>
          </a:xfrm>
          <a:prstGeom prst="rect">
            <a:avLst/>
          </a:prstGeom>
          <a:noFill/>
          <a:effectLst/>
        </p:spPr>
        <p:txBody>
          <a:bodyPr anchor="ctr">
            <a:noAutofit/>
          </a:bodyPr>
          <a:lstStyle>
            <a:lvl1pPr algn="ctr">
              <a:defRPr sz="4000" b="1">
                <a:solidFill>
                  <a:schemeClr val="tx2"/>
                </a:solidFill>
              </a:defRPr>
            </a:lvl1pPr>
          </a:lstStyle>
          <a:p>
            <a:r>
              <a:rPr lang="zh-CN" altLang="en-US" dirty="0"/>
              <a:t>单击此处编辑标题样式</a:t>
            </a:r>
          </a:p>
        </p:txBody>
      </p:sp>
      <p:sp>
        <p:nvSpPr>
          <p:cNvPr id="7" name="内容占位符 25">
            <a:extLst>
              <a:ext uri="{FF2B5EF4-FFF2-40B4-BE49-F238E27FC236}">
                <a16:creationId xmlns:a16="http://schemas.microsoft.com/office/drawing/2014/main" id="{B2D05E36-F937-40FD-97BB-9372B5AC93DC}"/>
              </a:ext>
            </a:extLst>
          </p:cNvPr>
          <p:cNvSpPr>
            <a:spLocks noGrp="1"/>
          </p:cNvSpPr>
          <p:nvPr>
            <p:ph sz="quarter" idx="10"/>
          </p:nvPr>
        </p:nvSpPr>
        <p:spPr>
          <a:xfrm>
            <a:off x="8946863" y="4107201"/>
            <a:ext cx="2903311" cy="454025"/>
          </a:xfrm>
          <a:prstGeom prst="rect">
            <a:avLst/>
          </a:prstGeom>
        </p:spPr>
        <p:txBody>
          <a:bodyPr anchor="ctr"/>
          <a:lstStyle>
            <a:lvl1pPr marL="0" indent="0" algn="ctr">
              <a:lnSpc>
                <a:spcPct val="100000"/>
              </a:lnSpc>
              <a:buNone/>
              <a:defRPr sz="1800">
                <a:solidFill>
                  <a:schemeClr val="accent2"/>
                </a:solidFill>
              </a:defRPr>
            </a:lvl1pPr>
          </a:lstStyle>
          <a:p>
            <a:pPr lvl="0"/>
            <a:endParaRPr lang="zh-CN" altLang="en-US" dirty="0"/>
          </a:p>
        </p:txBody>
      </p:sp>
      <p:sp>
        <p:nvSpPr>
          <p:cNvPr id="8" name="文本占位符 31">
            <a:extLst>
              <a:ext uri="{FF2B5EF4-FFF2-40B4-BE49-F238E27FC236}">
                <a16:creationId xmlns:a16="http://schemas.microsoft.com/office/drawing/2014/main" id="{5BC80367-1D9F-485B-B0F7-7C45899F9076}"/>
              </a:ext>
            </a:extLst>
          </p:cNvPr>
          <p:cNvSpPr>
            <a:spLocks noGrp="1"/>
          </p:cNvSpPr>
          <p:nvPr>
            <p:ph type="body" sz="quarter" idx="11"/>
          </p:nvPr>
        </p:nvSpPr>
        <p:spPr>
          <a:xfrm>
            <a:off x="5460764" y="3997557"/>
            <a:ext cx="3349862" cy="598488"/>
          </a:xfrm>
          <a:prstGeom prst="rect">
            <a:avLst/>
          </a:prstGeom>
        </p:spPr>
        <p:txBody>
          <a:bodyPr anchor="ctr"/>
          <a:lstStyle>
            <a:lvl1pPr marL="0" indent="0" algn="ctr">
              <a:lnSpc>
                <a:spcPct val="100000"/>
              </a:lnSpc>
              <a:buNone/>
              <a:defRPr sz="2400" b="1">
                <a:solidFill>
                  <a:schemeClr val="accent2"/>
                </a:solidFill>
              </a:defRPr>
            </a:lvl1pPr>
          </a:lstStyle>
          <a:p>
            <a:pPr lvl="0"/>
            <a:endParaRPr lang="zh-CN" altLang="en-US" dirty="0"/>
          </a:p>
        </p:txBody>
      </p:sp>
      <p:sp>
        <p:nvSpPr>
          <p:cNvPr id="9" name="图片占位符 14">
            <a:extLst>
              <a:ext uri="{FF2B5EF4-FFF2-40B4-BE49-F238E27FC236}">
                <a16:creationId xmlns:a16="http://schemas.microsoft.com/office/drawing/2014/main" id="{61CC23B2-BE5F-4680-96CD-C33FF9374DFF}"/>
              </a:ext>
            </a:extLst>
          </p:cNvPr>
          <p:cNvSpPr>
            <a:spLocks noGrp="1"/>
          </p:cNvSpPr>
          <p:nvPr>
            <p:ph type="pic" sz="quarter" idx="12"/>
          </p:nvPr>
        </p:nvSpPr>
        <p:spPr>
          <a:xfrm>
            <a:off x="0" y="1415726"/>
            <a:ext cx="6323888" cy="4026547"/>
          </a:xfrm>
          <a:custGeom>
            <a:avLst/>
            <a:gdLst>
              <a:gd name="connsiteX0" fmla="*/ 0 w 4827208"/>
              <a:gd name="connsiteY0" fmla="*/ 0 h 3236615"/>
              <a:gd name="connsiteX1" fmla="*/ 4827208 w 4827208"/>
              <a:gd name="connsiteY1" fmla="*/ 0 h 3236615"/>
              <a:gd name="connsiteX2" fmla="*/ 3218537 w 4827208"/>
              <a:gd name="connsiteY2" fmla="*/ 3236615 h 3236615"/>
              <a:gd name="connsiteX3" fmla="*/ 0 w 4827208"/>
              <a:gd name="connsiteY3" fmla="*/ 3236615 h 3236615"/>
            </a:gdLst>
            <a:ahLst/>
            <a:cxnLst>
              <a:cxn ang="0">
                <a:pos x="connsiteX0" y="connsiteY0"/>
              </a:cxn>
              <a:cxn ang="0">
                <a:pos x="connsiteX1" y="connsiteY1"/>
              </a:cxn>
              <a:cxn ang="0">
                <a:pos x="connsiteX2" y="connsiteY2"/>
              </a:cxn>
              <a:cxn ang="0">
                <a:pos x="connsiteX3" y="connsiteY3"/>
              </a:cxn>
            </a:cxnLst>
            <a:rect l="l" t="t" r="r" b="b"/>
            <a:pathLst>
              <a:path w="4827208" h="3236615">
                <a:moveTo>
                  <a:pt x="0" y="0"/>
                </a:moveTo>
                <a:lnTo>
                  <a:pt x="4827208" y="0"/>
                </a:lnTo>
                <a:lnTo>
                  <a:pt x="3218537" y="3236615"/>
                </a:lnTo>
                <a:lnTo>
                  <a:pt x="0" y="3236615"/>
                </a:lnTo>
                <a:close/>
              </a:path>
            </a:pathLst>
          </a:custGeom>
          <a:effectLst>
            <a:outerShdw blurRad="50800" dist="38100" dir="2700000" algn="tl" rotWithShape="0">
              <a:prstClr val="black">
                <a:alpha val="40000"/>
              </a:prstClr>
            </a:outerShdw>
          </a:effectLst>
        </p:spPr>
        <p:txBody>
          <a:bodyPr wrap="square">
            <a:noAutofit/>
          </a:bodyPr>
          <a:lstStyle/>
          <a:p>
            <a:endParaRPr lang="zh-CN" altLang="en-US"/>
          </a:p>
        </p:txBody>
      </p:sp>
      <p:pic>
        <p:nvPicPr>
          <p:cNvPr id="10" name="图片 9">
            <a:extLst>
              <a:ext uri="{FF2B5EF4-FFF2-40B4-BE49-F238E27FC236}">
                <a16:creationId xmlns:a16="http://schemas.microsoft.com/office/drawing/2014/main" id="{3788FC1A-7F0D-4A9B-AA04-89AD4994A8D0}"/>
              </a:ext>
            </a:extLst>
          </p:cNvPr>
          <p:cNvPicPr>
            <a:picLocks noChangeAspect="1"/>
          </p:cNvPicPr>
          <p:nvPr userDrawn="1"/>
        </p:nvPicPr>
        <p:blipFill>
          <a:blip r:embed="rId3"/>
          <a:stretch>
            <a:fillRect/>
          </a:stretch>
        </p:blipFill>
        <p:spPr>
          <a:xfrm>
            <a:off x="6524558" y="4706725"/>
            <a:ext cx="3935296" cy="209291"/>
          </a:xfrm>
          <a:prstGeom prst="rect">
            <a:avLst/>
          </a:prstGeom>
        </p:spPr>
      </p:pic>
      <p:pic>
        <p:nvPicPr>
          <p:cNvPr id="11" name="图片 10">
            <a:extLst>
              <a:ext uri="{FF2B5EF4-FFF2-40B4-BE49-F238E27FC236}">
                <a16:creationId xmlns:a16="http://schemas.microsoft.com/office/drawing/2014/main" id="{C00B84F0-53AC-421B-9FBC-62687BB5AA2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2913" y="271357"/>
            <a:ext cx="2169174" cy="713098"/>
          </a:xfrm>
          <a:prstGeom prst="rect">
            <a:avLst/>
          </a:prstGeom>
        </p:spPr>
      </p:pic>
      <p:pic>
        <p:nvPicPr>
          <p:cNvPr id="12" name="图片 11">
            <a:extLst>
              <a:ext uri="{FF2B5EF4-FFF2-40B4-BE49-F238E27FC236}">
                <a16:creationId xmlns:a16="http://schemas.microsoft.com/office/drawing/2014/main" id="{69E27F61-80B1-40C1-B303-E54548F0A013}"/>
              </a:ext>
            </a:extLst>
          </p:cNvPr>
          <p:cNvPicPr>
            <a:picLocks noChangeAspect="1"/>
          </p:cNvPicPr>
          <p:nvPr userDrawn="1"/>
        </p:nvPicPr>
        <p:blipFill rotWithShape="1">
          <a:blip r:embed="rId5" cstate="print"/>
          <a:srcRect r="1346"/>
          <a:stretch/>
        </p:blipFill>
        <p:spPr>
          <a:xfrm>
            <a:off x="516" y="6041797"/>
            <a:ext cx="12166903" cy="411617"/>
          </a:xfrm>
          <a:prstGeom prst="rect">
            <a:avLst/>
          </a:prstGeom>
        </p:spPr>
      </p:pic>
    </p:spTree>
    <p:extLst>
      <p:ext uri="{BB962C8B-B14F-4D97-AF65-F5344CB8AC3E}">
        <p14:creationId xmlns:p14="http://schemas.microsoft.com/office/powerpoint/2010/main" val="100946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1">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6DC54DA7-8689-4800-BC51-1B5E92F91EBD}"/>
              </a:ext>
            </a:extLst>
          </p:cNvPr>
          <p:cNvGrpSpPr/>
          <p:nvPr userDrawn="1"/>
        </p:nvGrpSpPr>
        <p:grpSpPr>
          <a:xfrm>
            <a:off x="391884" y="2278063"/>
            <a:ext cx="4122059" cy="1462680"/>
            <a:chOff x="304800" y="2709636"/>
            <a:chExt cx="4122059" cy="1462680"/>
          </a:xfrm>
        </p:grpSpPr>
        <p:grpSp>
          <p:nvGrpSpPr>
            <p:cNvPr id="12" name="组合 11">
              <a:extLst>
                <a:ext uri="{FF2B5EF4-FFF2-40B4-BE49-F238E27FC236}">
                  <a16:creationId xmlns:a16="http://schemas.microsoft.com/office/drawing/2014/main" id="{5E59BA01-ADDE-45EC-AD9A-30B45C126EF8}"/>
                </a:ext>
              </a:extLst>
            </p:cNvPr>
            <p:cNvGrpSpPr/>
            <p:nvPr/>
          </p:nvGrpSpPr>
          <p:grpSpPr>
            <a:xfrm>
              <a:off x="304800" y="2709636"/>
              <a:ext cx="4122059" cy="1462680"/>
              <a:chOff x="667656" y="1497651"/>
              <a:chExt cx="4122059" cy="1462680"/>
            </a:xfrm>
          </p:grpSpPr>
          <p:grpSp>
            <p:nvGrpSpPr>
              <p:cNvPr id="14" name="组合 13">
                <a:extLst>
                  <a:ext uri="{FF2B5EF4-FFF2-40B4-BE49-F238E27FC236}">
                    <a16:creationId xmlns:a16="http://schemas.microsoft.com/office/drawing/2014/main" id="{5C4775BF-17D8-45C0-9CB9-425332699B08}"/>
                  </a:ext>
                </a:extLst>
              </p:cNvPr>
              <p:cNvGrpSpPr/>
              <p:nvPr/>
            </p:nvGrpSpPr>
            <p:grpSpPr>
              <a:xfrm>
                <a:off x="667656" y="1497651"/>
                <a:ext cx="4122059" cy="1438728"/>
                <a:chOff x="537028" y="1493158"/>
                <a:chExt cx="4122059" cy="1438728"/>
              </a:xfrm>
            </p:grpSpPr>
            <p:sp>
              <p:nvSpPr>
                <p:cNvPr id="17" name="矩形 16">
                  <a:extLst>
                    <a:ext uri="{FF2B5EF4-FFF2-40B4-BE49-F238E27FC236}">
                      <a16:creationId xmlns:a16="http://schemas.microsoft.com/office/drawing/2014/main" id="{0D22151C-5CCD-4390-83DF-F41B623A3BBE}"/>
                    </a:ext>
                  </a:extLst>
                </p:cNvPr>
                <p:cNvSpPr/>
                <p:nvPr/>
              </p:nvSpPr>
              <p:spPr>
                <a:xfrm>
                  <a:off x="537029" y="1493158"/>
                  <a:ext cx="4122058" cy="1438728"/>
                </a:xfrm>
                <a:prstGeom prst="rect">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8" name="图片 17" descr="图片包含 建筑物&#10;&#10;自动生成的说明">
                  <a:extLst>
                    <a:ext uri="{FF2B5EF4-FFF2-40B4-BE49-F238E27FC236}">
                      <a16:creationId xmlns:a16="http://schemas.microsoft.com/office/drawing/2014/main" id="{4FA339D9-8197-4F28-8D72-F96BF5158E1B}"/>
                    </a:ext>
                  </a:extLst>
                </p:cNvPr>
                <p:cNvPicPr>
                  <a:picLocks noChangeAspect="1"/>
                </p:cNvPicPr>
                <p:nvPr/>
              </p:nvPicPr>
              <p:blipFill>
                <a:blip r:embed="rId2" cstate="print">
                  <a:duotone>
                    <a:srgbClr val="DBDBDB">
                      <a:shade val="45000"/>
                      <a:satMod val="135000"/>
                    </a:srgbClr>
                    <a:prstClr val="white"/>
                  </a:duotone>
                  <a:alphaModFix amt="25000"/>
                  <a:extLst>
                    <a:ext uri="{28A0092B-C50C-407E-A947-70E740481C1C}">
                      <a14:useLocalDpi xmlns:a14="http://schemas.microsoft.com/office/drawing/2010/main" val="0"/>
                    </a:ext>
                  </a:extLst>
                </a:blip>
                <a:stretch>
                  <a:fillRect/>
                </a:stretch>
              </p:blipFill>
              <p:spPr>
                <a:xfrm>
                  <a:off x="537028" y="1604731"/>
                  <a:ext cx="4122058" cy="1327155"/>
                </a:xfrm>
                <a:prstGeom prst="rect">
                  <a:avLst/>
                </a:prstGeom>
                <a:effectLst/>
              </p:spPr>
            </p:pic>
          </p:grpSp>
          <p:sp>
            <p:nvSpPr>
              <p:cNvPr id="15" name="文本框 14">
                <a:extLst>
                  <a:ext uri="{FF2B5EF4-FFF2-40B4-BE49-F238E27FC236}">
                    <a16:creationId xmlns:a16="http://schemas.microsoft.com/office/drawing/2014/main" id="{C081911D-2E44-4FD6-A0AD-907AAE52FACB}"/>
                  </a:ext>
                </a:extLst>
              </p:cNvPr>
              <p:cNvSpPr txBox="1"/>
              <p:nvPr/>
            </p:nvSpPr>
            <p:spPr>
              <a:xfrm>
                <a:off x="2387598" y="1755350"/>
                <a:ext cx="2235199"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5400" b="0" i="0" u="none" strike="noStrike" kern="0" cap="none" spc="0" normalizeH="0" baseline="0" noProof="0" dirty="0">
                    <a:ln>
                      <a:noFill/>
                    </a:ln>
                    <a:solidFill>
                      <a:schemeClr val="tx2"/>
                    </a:solidFill>
                    <a:effectLst/>
                    <a:uLnTx/>
                    <a:uFillTx/>
                    <a:latin typeface="+mj-ea"/>
                    <a:ea typeface="+mj-ea"/>
                  </a:rPr>
                  <a:t>目  录</a:t>
                </a:r>
              </a:p>
            </p:txBody>
          </p:sp>
          <p:sp>
            <p:nvSpPr>
              <p:cNvPr id="16" name="矩形 15">
                <a:extLst>
                  <a:ext uri="{FF2B5EF4-FFF2-40B4-BE49-F238E27FC236}">
                    <a16:creationId xmlns:a16="http://schemas.microsoft.com/office/drawing/2014/main" id="{A92C7D20-4DAB-48D5-B9FE-07311B97C222}"/>
                  </a:ext>
                </a:extLst>
              </p:cNvPr>
              <p:cNvSpPr/>
              <p:nvPr/>
            </p:nvSpPr>
            <p:spPr>
              <a:xfrm rot="16200000">
                <a:off x="2683685" y="854302"/>
                <a:ext cx="90000" cy="4122058"/>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pic>
          <p:nvPicPr>
            <p:cNvPr id="13" name="图片 12">
              <a:extLst>
                <a:ext uri="{FF2B5EF4-FFF2-40B4-BE49-F238E27FC236}">
                  <a16:creationId xmlns:a16="http://schemas.microsoft.com/office/drawing/2014/main" id="{722A3E5D-FF59-4C7C-A657-F2CE27FAB8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887" y="2871509"/>
              <a:ext cx="1590855" cy="1114981"/>
            </a:xfrm>
            <a:prstGeom prst="rect">
              <a:avLst/>
            </a:prstGeom>
          </p:spPr>
        </p:pic>
      </p:grpSp>
      <p:sp>
        <p:nvSpPr>
          <p:cNvPr id="19" name="图片占位符 6">
            <a:extLst>
              <a:ext uri="{FF2B5EF4-FFF2-40B4-BE49-F238E27FC236}">
                <a16:creationId xmlns:a16="http://schemas.microsoft.com/office/drawing/2014/main" id="{AF8E3962-2329-4680-827B-C4237CDC52F3}"/>
              </a:ext>
            </a:extLst>
          </p:cNvPr>
          <p:cNvSpPr>
            <a:spLocks noGrp="1"/>
          </p:cNvSpPr>
          <p:nvPr>
            <p:ph type="pic" sz="quarter" idx="10"/>
          </p:nvPr>
        </p:nvSpPr>
        <p:spPr>
          <a:xfrm>
            <a:off x="6095999" y="0"/>
            <a:ext cx="6096001" cy="6858000"/>
          </a:xfrm>
          <a:prstGeom prst="rect">
            <a:avLst/>
          </a:prstGeom>
        </p:spPr>
        <p:txBody>
          <a:bodyPr anchor="ctr"/>
          <a:lstStyle>
            <a:lvl1pPr marL="0" indent="0" algn="ctr">
              <a:buNone/>
              <a:defRPr/>
            </a:lvl1pPr>
          </a:lstStyle>
          <a:p>
            <a:endParaRPr lang="zh-CN" altLang="en-US" dirty="0"/>
          </a:p>
        </p:txBody>
      </p:sp>
    </p:spTree>
    <p:extLst>
      <p:ext uri="{BB962C8B-B14F-4D97-AF65-F5344CB8AC3E}">
        <p14:creationId xmlns:p14="http://schemas.microsoft.com/office/powerpoint/2010/main" val="133436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2">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78DC3B0-6545-47FD-A372-07AD4DF09697}"/>
              </a:ext>
            </a:extLst>
          </p:cNvPr>
          <p:cNvGrpSpPr/>
          <p:nvPr userDrawn="1"/>
        </p:nvGrpSpPr>
        <p:grpSpPr>
          <a:xfrm>
            <a:off x="4034971" y="689970"/>
            <a:ext cx="4122059" cy="1462680"/>
            <a:chOff x="304800" y="2709636"/>
            <a:chExt cx="4122059" cy="1462680"/>
          </a:xfrm>
        </p:grpSpPr>
        <p:grpSp>
          <p:nvGrpSpPr>
            <p:cNvPr id="4" name="组合 3">
              <a:extLst>
                <a:ext uri="{FF2B5EF4-FFF2-40B4-BE49-F238E27FC236}">
                  <a16:creationId xmlns:a16="http://schemas.microsoft.com/office/drawing/2014/main" id="{A499F2E8-30BC-413E-8034-6A7278D4979C}"/>
                </a:ext>
              </a:extLst>
            </p:cNvPr>
            <p:cNvGrpSpPr/>
            <p:nvPr/>
          </p:nvGrpSpPr>
          <p:grpSpPr>
            <a:xfrm>
              <a:off x="304800" y="2709636"/>
              <a:ext cx="4122059" cy="1462680"/>
              <a:chOff x="667656" y="1497651"/>
              <a:chExt cx="4122059" cy="1462680"/>
            </a:xfrm>
          </p:grpSpPr>
          <p:grpSp>
            <p:nvGrpSpPr>
              <p:cNvPr id="6" name="组合 5">
                <a:extLst>
                  <a:ext uri="{FF2B5EF4-FFF2-40B4-BE49-F238E27FC236}">
                    <a16:creationId xmlns:a16="http://schemas.microsoft.com/office/drawing/2014/main" id="{BFD679A7-DAD2-4984-B6F0-7C9ABE4B8F0F}"/>
                  </a:ext>
                </a:extLst>
              </p:cNvPr>
              <p:cNvGrpSpPr/>
              <p:nvPr/>
            </p:nvGrpSpPr>
            <p:grpSpPr>
              <a:xfrm>
                <a:off x="667656" y="1497651"/>
                <a:ext cx="4122059" cy="1438728"/>
                <a:chOff x="537028" y="1493158"/>
                <a:chExt cx="4122059" cy="1438728"/>
              </a:xfrm>
            </p:grpSpPr>
            <p:sp>
              <p:nvSpPr>
                <p:cNvPr id="9" name="矩形 8">
                  <a:extLst>
                    <a:ext uri="{FF2B5EF4-FFF2-40B4-BE49-F238E27FC236}">
                      <a16:creationId xmlns:a16="http://schemas.microsoft.com/office/drawing/2014/main" id="{424CD77E-BBF9-4D46-B301-F75D3222F2E0}"/>
                    </a:ext>
                  </a:extLst>
                </p:cNvPr>
                <p:cNvSpPr/>
                <p:nvPr/>
              </p:nvSpPr>
              <p:spPr>
                <a:xfrm>
                  <a:off x="537029" y="1493158"/>
                  <a:ext cx="4122058" cy="1438728"/>
                </a:xfrm>
                <a:prstGeom prst="rect">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0" name="图片 9" descr="图片包含 建筑物&#10;&#10;自动生成的说明">
                  <a:extLst>
                    <a:ext uri="{FF2B5EF4-FFF2-40B4-BE49-F238E27FC236}">
                      <a16:creationId xmlns:a16="http://schemas.microsoft.com/office/drawing/2014/main" id="{83E81D97-88FE-44C4-85F5-ABEF155EA045}"/>
                    </a:ext>
                  </a:extLst>
                </p:cNvPr>
                <p:cNvPicPr>
                  <a:picLocks noChangeAspect="1"/>
                </p:cNvPicPr>
                <p:nvPr/>
              </p:nvPicPr>
              <p:blipFill>
                <a:blip r:embed="rId2" cstate="print">
                  <a:duotone>
                    <a:srgbClr val="DBDBDB">
                      <a:shade val="45000"/>
                      <a:satMod val="135000"/>
                    </a:srgbClr>
                    <a:prstClr val="white"/>
                  </a:duotone>
                  <a:alphaModFix amt="25000"/>
                  <a:extLst>
                    <a:ext uri="{28A0092B-C50C-407E-A947-70E740481C1C}">
                      <a14:useLocalDpi xmlns:a14="http://schemas.microsoft.com/office/drawing/2010/main" val="0"/>
                    </a:ext>
                  </a:extLst>
                </a:blip>
                <a:stretch>
                  <a:fillRect/>
                </a:stretch>
              </p:blipFill>
              <p:spPr>
                <a:xfrm>
                  <a:off x="537028" y="1604731"/>
                  <a:ext cx="4122058" cy="1327155"/>
                </a:xfrm>
                <a:prstGeom prst="rect">
                  <a:avLst/>
                </a:prstGeom>
                <a:effectLst/>
              </p:spPr>
            </p:pic>
          </p:grpSp>
          <p:sp>
            <p:nvSpPr>
              <p:cNvPr id="7" name="文本框 6">
                <a:extLst>
                  <a:ext uri="{FF2B5EF4-FFF2-40B4-BE49-F238E27FC236}">
                    <a16:creationId xmlns:a16="http://schemas.microsoft.com/office/drawing/2014/main" id="{53959A77-64DA-4694-95C2-AD9E38910645}"/>
                  </a:ext>
                </a:extLst>
              </p:cNvPr>
              <p:cNvSpPr txBox="1"/>
              <p:nvPr/>
            </p:nvSpPr>
            <p:spPr>
              <a:xfrm>
                <a:off x="2387598" y="1755350"/>
                <a:ext cx="2235199"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5400" b="0" i="0" u="none" strike="noStrike" kern="0" cap="none" spc="0" normalizeH="0" baseline="0" noProof="0" dirty="0">
                    <a:ln>
                      <a:noFill/>
                    </a:ln>
                    <a:solidFill>
                      <a:schemeClr val="tx2"/>
                    </a:solidFill>
                    <a:effectLst/>
                    <a:uLnTx/>
                    <a:uFillTx/>
                    <a:latin typeface="+mj-ea"/>
                    <a:ea typeface="+mj-ea"/>
                  </a:rPr>
                  <a:t>目  录</a:t>
                </a:r>
              </a:p>
            </p:txBody>
          </p:sp>
          <p:sp>
            <p:nvSpPr>
              <p:cNvPr id="8" name="矩形 7">
                <a:extLst>
                  <a:ext uri="{FF2B5EF4-FFF2-40B4-BE49-F238E27FC236}">
                    <a16:creationId xmlns:a16="http://schemas.microsoft.com/office/drawing/2014/main" id="{20512A63-1AB8-442E-BAE6-AF2B98235281}"/>
                  </a:ext>
                </a:extLst>
              </p:cNvPr>
              <p:cNvSpPr/>
              <p:nvPr/>
            </p:nvSpPr>
            <p:spPr>
              <a:xfrm rot="16200000">
                <a:off x="2683685" y="854302"/>
                <a:ext cx="90000" cy="4122058"/>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pic>
          <p:nvPicPr>
            <p:cNvPr id="5" name="图片 4">
              <a:extLst>
                <a:ext uri="{FF2B5EF4-FFF2-40B4-BE49-F238E27FC236}">
                  <a16:creationId xmlns:a16="http://schemas.microsoft.com/office/drawing/2014/main" id="{AD253681-53B8-4661-A94B-736B46C3AF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887" y="2871509"/>
              <a:ext cx="1590855" cy="1114981"/>
            </a:xfrm>
            <a:prstGeom prst="rect">
              <a:avLst/>
            </a:prstGeom>
          </p:spPr>
        </p:pic>
      </p:grpSp>
      <p:sp>
        <p:nvSpPr>
          <p:cNvPr id="11" name="图片占位符 6">
            <a:extLst>
              <a:ext uri="{FF2B5EF4-FFF2-40B4-BE49-F238E27FC236}">
                <a16:creationId xmlns:a16="http://schemas.microsoft.com/office/drawing/2014/main" id="{D403F116-EFE8-4DEB-B6FE-4D20752B7443}"/>
              </a:ext>
            </a:extLst>
          </p:cNvPr>
          <p:cNvSpPr>
            <a:spLocks noGrp="1"/>
          </p:cNvSpPr>
          <p:nvPr>
            <p:ph type="pic" sz="quarter" idx="10"/>
          </p:nvPr>
        </p:nvSpPr>
        <p:spPr>
          <a:xfrm>
            <a:off x="1" y="3240088"/>
            <a:ext cx="12192000" cy="3617912"/>
          </a:xfrm>
          <a:prstGeom prst="rect">
            <a:avLst/>
          </a:prstGeom>
        </p:spPr>
        <p:txBody>
          <a:bodyPr anchor="ctr"/>
          <a:lstStyle>
            <a:lvl1pPr marL="0" indent="0" algn="ctr">
              <a:buNone/>
              <a:defRPr/>
            </a:lvl1pPr>
          </a:lstStyle>
          <a:p>
            <a:endParaRPr lang="zh-CN" altLang="en-US" dirty="0"/>
          </a:p>
        </p:txBody>
      </p:sp>
    </p:spTree>
    <p:extLst>
      <p:ext uri="{BB962C8B-B14F-4D97-AF65-F5344CB8AC3E}">
        <p14:creationId xmlns:p14="http://schemas.microsoft.com/office/powerpoint/2010/main" val="2721012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页版式1">
    <p:spTree>
      <p:nvGrpSpPr>
        <p:cNvPr id="1" name=""/>
        <p:cNvGrpSpPr/>
        <p:nvPr/>
      </p:nvGrpSpPr>
      <p:grpSpPr>
        <a:xfrm>
          <a:off x="0" y="0"/>
          <a:ext cx="0" cy="0"/>
          <a:chOff x="0" y="0"/>
          <a:chExt cx="0" cy="0"/>
        </a:xfrm>
      </p:grpSpPr>
      <p:sp>
        <p:nvSpPr>
          <p:cNvPr id="2" name="标题 1"/>
          <p:cNvSpPr>
            <a:spLocks noGrp="1"/>
          </p:cNvSpPr>
          <p:nvPr>
            <p:ph type="title"/>
          </p:nvPr>
        </p:nvSpPr>
        <p:spPr>
          <a:xfrm>
            <a:off x="381368" y="263408"/>
            <a:ext cx="8940432" cy="657713"/>
          </a:xfrm>
          <a:prstGeom prst="rect">
            <a:avLst/>
          </a:prstGeom>
        </p:spPr>
        <p:txBody>
          <a:bodyPr anchor="ctr">
            <a:normAutofit/>
          </a:bodyPr>
          <a:lstStyle>
            <a:lvl1pPr>
              <a:lnSpc>
                <a:spcPct val="100000"/>
              </a:lnSpc>
              <a:defRPr sz="3200">
                <a:solidFill>
                  <a:schemeClr val="tx2"/>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142440"/>
            <a:ext cx="11429264" cy="4991454"/>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7" name="图片 6">
            <a:extLst>
              <a:ext uri="{FF2B5EF4-FFF2-40B4-BE49-F238E27FC236}">
                <a16:creationId xmlns:a16="http://schemas.microsoft.com/office/drawing/2014/main" id="{633E3E6D-D003-4285-9CD3-F9F948F4D401}"/>
              </a:ext>
            </a:extLst>
          </p:cNvPr>
          <p:cNvPicPr>
            <a:picLocks noChangeAspect="1"/>
          </p:cNvPicPr>
          <p:nvPr userDrawn="1"/>
        </p:nvPicPr>
        <p:blipFill rotWithShape="1">
          <a:blip r:embed="rId2" cstate="print"/>
          <a:srcRect r="1346"/>
          <a:stretch/>
        </p:blipFill>
        <p:spPr>
          <a:xfrm>
            <a:off x="516" y="6149854"/>
            <a:ext cx="12191484" cy="411617"/>
          </a:xfrm>
          <a:prstGeom prst="rect">
            <a:avLst/>
          </a:prstGeom>
        </p:spPr>
      </p:pic>
      <p:pic>
        <p:nvPicPr>
          <p:cNvPr id="13" name="图片 12" descr="文本&#10;&#10;中度可信度描述已自动生成">
            <a:extLst>
              <a:ext uri="{FF2B5EF4-FFF2-40B4-BE49-F238E27FC236}">
                <a16:creationId xmlns:a16="http://schemas.microsoft.com/office/drawing/2014/main" id="{20F80C42-4A81-4868-AA78-9E4FF9811EE2}"/>
              </a:ext>
            </a:extLst>
          </p:cNvPr>
          <p:cNvPicPr>
            <a:picLocks noChangeAspect="1"/>
          </p:cNvPicPr>
          <p:nvPr userDrawn="1"/>
        </p:nvPicPr>
        <p:blipFill>
          <a:blip r:embed="rId3" cstate="print">
            <a:alphaModFix/>
            <a:extLst>
              <a:ext uri="{28A0092B-C50C-407E-A947-70E740481C1C}">
                <a14:useLocalDpi xmlns:a14="http://schemas.microsoft.com/office/drawing/2010/main" val="0"/>
              </a:ext>
            </a:extLst>
          </a:blip>
          <a:stretch>
            <a:fillRect/>
          </a:stretch>
        </p:blipFill>
        <p:spPr>
          <a:xfrm>
            <a:off x="9553162" y="263409"/>
            <a:ext cx="2305463" cy="757902"/>
          </a:xfrm>
          <a:prstGeom prst="rect">
            <a:avLst/>
          </a:prstGeom>
        </p:spPr>
      </p:pic>
      <p:sp>
        <p:nvSpPr>
          <p:cNvPr id="8" name="矩形 7">
            <a:extLst>
              <a:ext uri="{FF2B5EF4-FFF2-40B4-BE49-F238E27FC236}">
                <a16:creationId xmlns:a16="http://schemas.microsoft.com/office/drawing/2014/main" id="{EB998610-38B8-4F4F-8E37-98D574A43924}"/>
              </a:ext>
            </a:extLst>
          </p:cNvPr>
          <p:cNvSpPr/>
          <p:nvPr userDrawn="1"/>
        </p:nvSpPr>
        <p:spPr>
          <a:xfrm>
            <a:off x="-1" y="311884"/>
            <a:ext cx="360363" cy="560759"/>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spTree>
    <p:extLst>
      <p:ext uri="{BB962C8B-B14F-4D97-AF65-F5344CB8AC3E}">
        <p14:creationId xmlns:p14="http://schemas.microsoft.com/office/powerpoint/2010/main" val="312608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页版式2">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8ACCEA9-8D4D-47C1-AFB3-3E215258EFDB}"/>
              </a:ext>
            </a:extLst>
          </p:cNvPr>
          <p:cNvSpPr/>
          <p:nvPr userDrawn="1"/>
        </p:nvSpPr>
        <p:spPr>
          <a:xfrm>
            <a:off x="0" y="0"/>
            <a:ext cx="12191483" cy="685800"/>
          </a:xfrm>
          <a:prstGeom prst="rect">
            <a:avLst/>
          </a:prstGeom>
          <a:solidFill>
            <a:schemeClr val="tx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sp>
        <p:nvSpPr>
          <p:cNvPr id="2" name="标题 1"/>
          <p:cNvSpPr>
            <a:spLocks noGrp="1"/>
          </p:cNvSpPr>
          <p:nvPr>
            <p:ph type="title"/>
          </p:nvPr>
        </p:nvSpPr>
        <p:spPr>
          <a:xfrm>
            <a:off x="927468" y="85609"/>
            <a:ext cx="6895732" cy="538838"/>
          </a:xfrm>
          <a:prstGeom prst="rect">
            <a:avLst/>
          </a:prstGeom>
        </p:spPr>
        <p:txBody>
          <a:bodyPr anchor="ctr">
            <a:normAutofit/>
          </a:bodyPr>
          <a:lstStyle>
            <a:lvl1pPr>
              <a:lnSpc>
                <a:spcPct val="100000"/>
              </a:lnSpc>
              <a:defRPr sz="3200">
                <a:solidFill>
                  <a:schemeClr val="bg1"/>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034104"/>
            <a:ext cx="11429264" cy="4761859"/>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 name="图片 9" descr="图片包含 户外, 标牌, 黑色&#10;&#10;自动生成的说明">
            <a:extLst>
              <a:ext uri="{FF2B5EF4-FFF2-40B4-BE49-F238E27FC236}">
                <a16:creationId xmlns:a16="http://schemas.microsoft.com/office/drawing/2014/main" id="{62155B61-5059-48B5-87FF-DD4186D229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pic>
        <p:nvPicPr>
          <p:cNvPr id="12" name="图片 11">
            <a:extLst>
              <a:ext uri="{FF2B5EF4-FFF2-40B4-BE49-F238E27FC236}">
                <a16:creationId xmlns:a16="http://schemas.microsoft.com/office/drawing/2014/main" id="{4D934C7A-D80F-46AF-9EA9-3274A652C82D}"/>
              </a:ext>
            </a:extLst>
          </p:cNvPr>
          <p:cNvPicPr>
            <a:picLocks noChangeAspect="1"/>
          </p:cNvPicPr>
          <p:nvPr userDrawn="1"/>
        </p:nvPicPr>
        <p:blipFill rotWithShape="1">
          <a:blip r:embed="rId3" cstate="print">
            <a:alphaModFix/>
            <a:extLst>
              <a:ext uri="{BEBA8EAE-BF5A-486C-A8C5-ECC9F3942E4B}">
                <a14:imgProps xmlns:a14="http://schemas.microsoft.com/office/drawing/2010/main">
                  <a14:imgLayer r:embed="rId4">
                    <a14:imgEffect>
                      <a14:sharpenSoften amount="100000"/>
                    </a14:imgEffect>
                    <a14:imgEffect>
                      <a14:brightnessContrast bright="100000"/>
                    </a14:imgEffect>
                  </a14:imgLayer>
                </a14:imgProps>
              </a:ext>
            </a:extLst>
          </a:blip>
          <a:srcRect l="73973" r="3197"/>
          <a:stretch/>
        </p:blipFill>
        <p:spPr>
          <a:xfrm>
            <a:off x="9046840" y="274621"/>
            <a:ext cx="2821309" cy="411617"/>
          </a:xfrm>
          <a:prstGeom prst="rect">
            <a:avLst/>
          </a:prstGeom>
        </p:spPr>
      </p:pic>
      <p:sp>
        <p:nvSpPr>
          <p:cNvPr id="13" name="文本框 12">
            <a:extLst>
              <a:ext uri="{FF2B5EF4-FFF2-40B4-BE49-F238E27FC236}">
                <a16:creationId xmlns:a16="http://schemas.microsoft.com/office/drawing/2014/main" id="{52A61551-45B8-4979-813A-58420CD05B43}"/>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14" name="文本框 13">
            <a:extLst>
              <a:ext uri="{FF2B5EF4-FFF2-40B4-BE49-F238E27FC236}">
                <a16:creationId xmlns:a16="http://schemas.microsoft.com/office/drawing/2014/main" id="{7B5C5EC2-BF47-4B56-8C74-5186E7035801}"/>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15" name="直接连接符 14">
            <a:extLst>
              <a:ext uri="{FF2B5EF4-FFF2-40B4-BE49-F238E27FC236}">
                <a16:creationId xmlns:a16="http://schemas.microsoft.com/office/drawing/2014/main" id="{7F2E2F86-D946-488E-851C-D8455FD8E6B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85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页版式3">
    <p:spTree>
      <p:nvGrpSpPr>
        <p:cNvPr id="1" name=""/>
        <p:cNvGrpSpPr/>
        <p:nvPr/>
      </p:nvGrpSpPr>
      <p:grpSpPr>
        <a:xfrm>
          <a:off x="0" y="0"/>
          <a:ext cx="0" cy="0"/>
          <a:chOff x="0" y="0"/>
          <a:chExt cx="0" cy="0"/>
        </a:xfrm>
      </p:grpSpPr>
      <p:sp>
        <p:nvSpPr>
          <p:cNvPr id="2" name="标题 1"/>
          <p:cNvSpPr>
            <a:spLocks noGrp="1"/>
          </p:cNvSpPr>
          <p:nvPr>
            <p:ph type="title"/>
          </p:nvPr>
        </p:nvSpPr>
        <p:spPr>
          <a:xfrm>
            <a:off x="381368" y="263408"/>
            <a:ext cx="8940432" cy="657713"/>
          </a:xfrm>
          <a:prstGeom prst="rect">
            <a:avLst/>
          </a:prstGeom>
        </p:spPr>
        <p:txBody>
          <a:bodyPr anchor="ctr">
            <a:normAutofit/>
          </a:bodyPr>
          <a:lstStyle>
            <a:lvl1pPr>
              <a:lnSpc>
                <a:spcPct val="100000"/>
              </a:lnSpc>
              <a:defRPr sz="3200">
                <a:solidFill>
                  <a:schemeClr val="tx2"/>
                </a:solidFill>
              </a:defRPr>
            </a:lvl1pPr>
          </a:lstStyle>
          <a:p>
            <a:r>
              <a:rPr lang="zh-CN" altLang="en-US" dirty="0"/>
              <a:t>单击此处编辑母版标题样式</a:t>
            </a:r>
          </a:p>
        </p:txBody>
      </p:sp>
      <p:sp>
        <p:nvSpPr>
          <p:cNvPr id="5" name="内容占位符 4"/>
          <p:cNvSpPr>
            <a:spLocks noGrp="1"/>
          </p:cNvSpPr>
          <p:nvPr>
            <p:ph sz="quarter" idx="10"/>
          </p:nvPr>
        </p:nvSpPr>
        <p:spPr>
          <a:xfrm>
            <a:off x="381368" y="1142440"/>
            <a:ext cx="11429264" cy="4991454"/>
          </a:xfrm>
          <a:prstGeom prst="rect">
            <a:avLst/>
          </a:prstGeom>
        </p:spPr>
        <p:txBody>
          <a:bodyPr>
            <a:normAutofit/>
          </a:bodyPr>
          <a:lstStyle>
            <a:lvl1pPr>
              <a:lnSpc>
                <a:spcPct val="120000"/>
              </a:lnSpc>
              <a:defRPr sz="2500">
                <a:solidFill>
                  <a:schemeClr val="accent2"/>
                </a:solidFill>
              </a:defRPr>
            </a:lvl1pPr>
            <a:lvl2pPr>
              <a:lnSpc>
                <a:spcPct val="120000"/>
              </a:lnSpc>
              <a:defRPr sz="2117">
                <a:solidFill>
                  <a:schemeClr val="accent2"/>
                </a:solidFill>
              </a:defRPr>
            </a:lvl2pPr>
            <a:lvl3pPr>
              <a:lnSpc>
                <a:spcPct val="120000"/>
              </a:lnSpc>
              <a:defRPr sz="1905">
                <a:solidFill>
                  <a:schemeClr val="accent2"/>
                </a:solidFill>
              </a:defRPr>
            </a:lvl3pPr>
            <a:lvl4pPr>
              <a:lnSpc>
                <a:spcPct val="120000"/>
              </a:lnSpc>
              <a:defRPr sz="1693">
                <a:solidFill>
                  <a:schemeClr val="accent2"/>
                </a:solidFill>
              </a:defRPr>
            </a:lvl4pPr>
            <a:lvl5pPr>
              <a:lnSpc>
                <a:spcPct val="120000"/>
              </a:lnSpc>
              <a:defRPr sz="1693">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矩形 2">
            <a:extLst>
              <a:ext uri="{FF2B5EF4-FFF2-40B4-BE49-F238E27FC236}">
                <a16:creationId xmlns:a16="http://schemas.microsoft.com/office/drawing/2014/main" id="{95F2A3FF-349C-4A77-B4E4-30B91612AF58}"/>
              </a:ext>
            </a:extLst>
          </p:cNvPr>
          <p:cNvSpPr/>
          <p:nvPr userDrawn="1"/>
        </p:nvSpPr>
        <p:spPr>
          <a:xfrm>
            <a:off x="-1" y="311884"/>
            <a:ext cx="360363" cy="560759"/>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pic>
        <p:nvPicPr>
          <p:cNvPr id="8" name="图片 7">
            <a:extLst>
              <a:ext uri="{FF2B5EF4-FFF2-40B4-BE49-F238E27FC236}">
                <a16:creationId xmlns:a16="http://schemas.microsoft.com/office/drawing/2014/main" id="{C4D43C20-4F27-4C91-AEAA-CF5C31A8075D}"/>
              </a:ext>
            </a:extLst>
          </p:cNvPr>
          <p:cNvPicPr>
            <a:picLocks noChangeAspect="1"/>
          </p:cNvPicPr>
          <p:nvPr userDrawn="1"/>
        </p:nvPicPr>
        <p:blipFill rotWithShape="1">
          <a:blip r:embed="rId2" cstate="print"/>
          <a:srcRect l="74359" r="1346"/>
          <a:stretch/>
        </p:blipFill>
        <p:spPr>
          <a:xfrm>
            <a:off x="8870172" y="360363"/>
            <a:ext cx="3002280" cy="411617"/>
          </a:xfrm>
          <a:prstGeom prst="rect">
            <a:avLst/>
          </a:prstGeom>
        </p:spPr>
      </p:pic>
      <p:sp>
        <p:nvSpPr>
          <p:cNvPr id="9" name="矩形 8">
            <a:extLst>
              <a:ext uri="{FF2B5EF4-FFF2-40B4-BE49-F238E27FC236}">
                <a16:creationId xmlns:a16="http://schemas.microsoft.com/office/drawing/2014/main" id="{66616902-5391-4A6F-829E-AD2830E6904C}"/>
              </a:ext>
            </a:extLst>
          </p:cNvPr>
          <p:cNvSpPr/>
          <p:nvPr userDrawn="1"/>
        </p:nvSpPr>
        <p:spPr>
          <a:xfrm>
            <a:off x="360362" y="6446383"/>
            <a:ext cx="11460164" cy="411617"/>
          </a:xfrm>
          <a:prstGeom prst="rect">
            <a:avLst/>
          </a:prstGeom>
          <a:solidFill>
            <a:schemeClr val="tx2"/>
          </a:solidFill>
          <a:ln w="12700" cap="flat" cmpd="sng" algn="ctr">
            <a:noFill/>
            <a:prstDash val="solid"/>
            <a:miter lim="800000"/>
          </a:ln>
          <a:effectLst/>
        </p:spPr>
        <p:txBody>
          <a:bodyPr rtlCol="0" anchor="ctr"/>
          <a:lstStyle/>
          <a:p>
            <a:pPr algn="just"/>
            <a:endParaRPr lang="zh-CN" altLang="en-US" dirty="0">
              <a:solidFill>
                <a:schemeClr val="tx2"/>
              </a:solidFill>
            </a:endParaRPr>
          </a:p>
        </p:txBody>
      </p:sp>
      <p:sp>
        <p:nvSpPr>
          <p:cNvPr id="10" name="文本框 9">
            <a:extLst>
              <a:ext uri="{FF2B5EF4-FFF2-40B4-BE49-F238E27FC236}">
                <a16:creationId xmlns:a16="http://schemas.microsoft.com/office/drawing/2014/main" id="{7DC35A62-787F-4D0F-902F-C6A602FEBB80}"/>
              </a:ext>
            </a:extLst>
          </p:cNvPr>
          <p:cNvSpPr txBox="1"/>
          <p:nvPr userDrawn="1"/>
        </p:nvSpPr>
        <p:spPr>
          <a:xfrm>
            <a:off x="10118489" y="6484482"/>
            <a:ext cx="1692143" cy="338554"/>
          </a:xfrm>
          <a:prstGeom prst="rect">
            <a:avLst/>
          </a:prstGeom>
          <a:noFill/>
        </p:spPr>
        <p:txBody>
          <a:bodyPr wrap="square" rtlCol="0" anchor="ctr">
            <a:spAutoFit/>
          </a:bodyPr>
          <a:lstStyle/>
          <a:p>
            <a:pPr algn="ctr"/>
            <a:r>
              <a:rPr lang="en-US" altLang="zh-CN" sz="1600" i="1" dirty="0">
                <a:solidFill>
                  <a:schemeClr val="bg1"/>
                </a:solidFill>
              </a:rPr>
              <a:t>www.sjtu.edu.cn </a:t>
            </a:r>
            <a:endParaRPr lang="zh-CN" altLang="en-US" sz="1400" i="1" dirty="0">
              <a:solidFill>
                <a:schemeClr val="bg1"/>
              </a:solidFill>
            </a:endParaRPr>
          </a:p>
        </p:txBody>
      </p:sp>
      <p:sp>
        <p:nvSpPr>
          <p:cNvPr id="11" name="文本框 10">
            <a:extLst>
              <a:ext uri="{FF2B5EF4-FFF2-40B4-BE49-F238E27FC236}">
                <a16:creationId xmlns:a16="http://schemas.microsoft.com/office/drawing/2014/main" id="{7530E292-1289-47A7-B19B-DBEC054F4388}"/>
              </a:ext>
            </a:extLst>
          </p:cNvPr>
          <p:cNvSpPr txBox="1"/>
          <p:nvPr userDrawn="1"/>
        </p:nvSpPr>
        <p:spPr>
          <a:xfrm>
            <a:off x="360364" y="6497182"/>
            <a:ext cx="2223180" cy="338554"/>
          </a:xfrm>
          <a:prstGeom prst="rect">
            <a:avLst/>
          </a:prstGeom>
          <a:noFill/>
        </p:spPr>
        <p:txBody>
          <a:bodyPr wrap="square" rtlCol="0" anchor="ctr">
            <a:spAutoFit/>
          </a:bodyPr>
          <a:lstStyle/>
          <a:p>
            <a:pPr algn="ctr"/>
            <a:r>
              <a:rPr lang="zh-CN" altLang="en-US" sz="1600" dirty="0">
                <a:solidFill>
                  <a:schemeClr val="bg1"/>
                </a:solidFill>
              </a:rPr>
              <a:t>饮水思源   爱国荣校</a:t>
            </a:r>
          </a:p>
        </p:txBody>
      </p:sp>
    </p:spTree>
    <p:extLst>
      <p:ext uri="{BB962C8B-B14F-4D97-AF65-F5344CB8AC3E}">
        <p14:creationId xmlns:p14="http://schemas.microsoft.com/office/powerpoint/2010/main" val="2847291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13" name="标题 1">
            <a:extLst>
              <a:ext uri="{FF2B5EF4-FFF2-40B4-BE49-F238E27FC236}">
                <a16:creationId xmlns:a16="http://schemas.microsoft.com/office/drawing/2014/main" id="{2BE1FDF5-4923-43E1-8950-8527649FE6EB}"/>
              </a:ext>
            </a:extLst>
          </p:cNvPr>
          <p:cNvSpPr>
            <a:spLocks noGrp="1"/>
          </p:cNvSpPr>
          <p:nvPr>
            <p:ph type="title" hasCustomPrompt="1"/>
          </p:nvPr>
        </p:nvSpPr>
        <p:spPr>
          <a:xfrm>
            <a:off x="1439862" y="1355320"/>
            <a:ext cx="8796337" cy="1060855"/>
          </a:xfrm>
          <a:prstGeom prst="rect">
            <a:avLst/>
          </a:prstGeom>
          <a:noFill/>
          <a:effectLst/>
        </p:spPr>
        <p:txBody>
          <a:bodyPr anchor="ctr">
            <a:noAutofit/>
          </a:bodyPr>
          <a:lstStyle>
            <a:lvl1pPr algn="l">
              <a:lnSpc>
                <a:spcPct val="100000"/>
              </a:lnSpc>
              <a:defRPr sz="6000" b="0">
                <a:solidFill>
                  <a:schemeClr val="tx2"/>
                </a:solidFill>
                <a:effectLst/>
              </a:defRPr>
            </a:lvl1pPr>
          </a:lstStyle>
          <a:p>
            <a:r>
              <a:rPr lang="zh-CN" altLang="en-US" dirty="0"/>
              <a:t>单击此处编辑标题样式</a:t>
            </a:r>
          </a:p>
        </p:txBody>
      </p:sp>
      <p:pic>
        <p:nvPicPr>
          <p:cNvPr id="15" name="图片 14">
            <a:extLst>
              <a:ext uri="{FF2B5EF4-FFF2-40B4-BE49-F238E27FC236}">
                <a16:creationId xmlns:a16="http://schemas.microsoft.com/office/drawing/2014/main" id="{5FD0C4E5-D655-41D1-8AC5-975561F1C627}"/>
              </a:ext>
            </a:extLst>
          </p:cNvPr>
          <p:cNvPicPr>
            <a:picLocks noChangeAspect="1"/>
          </p:cNvPicPr>
          <p:nvPr userDrawn="1"/>
        </p:nvPicPr>
        <p:blipFill rotWithShape="1">
          <a:blip r:embed="rId2" cstate="print"/>
          <a:srcRect r="1346"/>
          <a:stretch/>
        </p:blipFill>
        <p:spPr>
          <a:xfrm>
            <a:off x="516" y="5781221"/>
            <a:ext cx="12191484" cy="411617"/>
          </a:xfrm>
          <a:prstGeom prst="rect">
            <a:avLst/>
          </a:prstGeom>
        </p:spPr>
      </p:pic>
      <p:sp>
        <p:nvSpPr>
          <p:cNvPr id="16" name="矩形 15">
            <a:extLst>
              <a:ext uri="{FF2B5EF4-FFF2-40B4-BE49-F238E27FC236}">
                <a16:creationId xmlns:a16="http://schemas.microsoft.com/office/drawing/2014/main" id="{EDD1933B-16C3-4999-98BD-F73EBEC916D2}"/>
              </a:ext>
            </a:extLst>
          </p:cNvPr>
          <p:cNvSpPr/>
          <p:nvPr userDrawn="1"/>
        </p:nvSpPr>
        <p:spPr>
          <a:xfrm>
            <a:off x="0" y="1523797"/>
            <a:ext cx="360363" cy="723900"/>
          </a:xfrm>
          <a:prstGeom prst="rect">
            <a:avLst/>
          </a:prstGeom>
          <a:gradFill>
            <a:gsLst>
              <a:gs pos="100000">
                <a:schemeClr val="accent4"/>
              </a:gs>
              <a:gs pos="62000">
                <a:schemeClr val="tx2"/>
              </a:gs>
            </a:gsLst>
            <a:lin ang="2700000" scaled="0"/>
          </a:gradFill>
          <a:ln w="12700" cap="flat" cmpd="sng" algn="ctr">
            <a:noFill/>
            <a:prstDash val="solid"/>
            <a:miter lim="800000"/>
          </a:ln>
          <a:effectLst/>
        </p:spPr>
        <p:txBody>
          <a:bodyPr rtlCol="0" anchor="ctr"/>
          <a:lstStyle/>
          <a:p>
            <a:pPr algn="just"/>
            <a:endParaRPr lang="zh-CN" altLang="en-US" dirty="0">
              <a:solidFill>
                <a:schemeClr val="tx2"/>
              </a:solidFill>
            </a:endParaRPr>
          </a:p>
        </p:txBody>
      </p:sp>
    </p:spTree>
    <p:extLst>
      <p:ext uri="{BB962C8B-B14F-4D97-AF65-F5344CB8AC3E}">
        <p14:creationId xmlns:p14="http://schemas.microsoft.com/office/powerpoint/2010/main" val="64933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pic>
        <p:nvPicPr>
          <p:cNvPr id="3" name="图片 2" descr="图片包含 建筑物, 圆屋顶, 地板&#10;&#10;描述已自动生成">
            <a:extLst>
              <a:ext uri="{FF2B5EF4-FFF2-40B4-BE49-F238E27FC236}">
                <a16:creationId xmlns:a16="http://schemas.microsoft.com/office/drawing/2014/main" id="{B94F3640-73A4-452A-B43A-9C6BC3DA01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4" name="矩形 3">
            <a:extLst>
              <a:ext uri="{FF2B5EF4-FFF2-40B4-BE49-F238E27FC236}">
                <a16:creationId xmlns:a16="http://schemas.microsoft.com/office/drawing/2014/main" id="{1E81BD90-8A64-4ED5-A552-F6BD597FB9AE}"/>
              </a:ext>
            </a:extLst>
          </p:cNvPr>
          <p:cNvSpPr/>
          <p:nvPr userDrawn="1"/>
        </p:nvSpPr>
        <p:spPr>
          <a:xfrm rot="16200000">
            <a:off x="6051000" y="-2616750"/>
            <a:ext cx="90000" cy="12192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33">
            <a:extLst>
              <a:ext uri="{FF2B5EF4-FFF2-40B4-BE49-F238E27FC236}">
                <a16:creationId xmlns:a16="http://schemas.microsoft.com/office/drawing/2014/main" id="{6E06DE62-527A-47C4-87BF-FFC53A66E78B}"/>
              </a:ext>
            </a:extLst>
          </p:cNvPr>
          <p:cNvSpPr>
            <a:spLocks noGrp="1"/>
          </p:cNvSpPr>
          <p:nvPr>
            <p:ph type="pic" sz="quarter" idx="10"/>
          </p:nvPr>
        </p:nvSpPr>
        <p:spPr>
          <a:xfrm>
            <a:off x="0" y="-19050"/>
            <a:ext cx="12192000" cy="3442348"/>
          </a:xfrm>
          <a:prstGeom prst="rect">
            <a:avLst/>
          </a:prstGeom>
        </p:spPr>
        <p:txBody>
          <a:bodyPr/>
          <a:lstStyle/>
          <a:p>
            <a:endParaRPr lang="zh-CN" altLang="en-US" dirty="0"/>
          </a:p>
        </p:txBody>
      </p:sp>
      <p:sp>
        <p:nvSpPr>
          <p:cNvPr id="6" name="标题 13">
            <a:extLst>
              <a:ext uri="{FF2B5EF4-FFF2-40B4-BE49-F238E27FC236}">
                <a16:creationId xmlns:a16="http://schemas.microsoft.com/office/drawing/2014/main" id="{028BE167-9388-4F73-B56C-D2C5AA5DAD6C}"/>
              </a:ext>
            </a:extLst>
          </p:cNvPr>
          <p:cNvSpPr>
            <a:spLocks noGrp="1"/>
          </p:cNvSpPr>
          <p:nvPr>
            <p:ph type="title"/>
          </p:nvPr>
        </p:nvSpPr>
        <p:spPr>
          <a:xfrm>
            <a:off x="4654075" y="3047028"/>
            <a:ext cx="6489700" cy="775349"/>
          </a:xfrm>
          <a:prstGeom prst="rect">
            <a:avLst/>
          </a:prstGeom>
          <a:solidFill>
            <a:schemeClr val="bg1"/>
          </a:solidFill>
          <a:effectLst>
            <a:outerShdw blurRad="50800" dist="38100" dir="2700000" algn="tl" rotWithShape="0">
              <a:prstClr val="black">
                <a:alpha val="40000"/>
              </a:prstClr>
            </a:outerShdw>
          </a:effectLst>
        </p:spPr>
        <p:txBody>
          <a:bodyPr anchor="ctr"/>
          <a:lstStyle>
            <a:lvl1pPr algn="ctr">
              <a:defRPr sz="4000" b="1">
                <a:solidFill>
                  <a:schemeClr val="tx2"/>
                </a:solidFill>
              </a:defRPr>
            </a:lvl1pPr>
          </a:lstStyle>
          <a:p>
            <a:r>
              <a:rPr lang="zh-CN" altLang="en-US" dirty="0"/>
              <a:t>单击此处编辑母版标题样式</a:t>
            </a:r>
          </a:p>
        </p:txBody>
      </p:sp>
      <p:pic>
        <p:nvPicPr>
          <p:cNvPr id="7" name="图片 6">
            <a:extLst>
              <a:ext uri="{FF2B5EF4-FFF2-40B4-BE49-F238E27FC236}">
                <a16:creationId xmlns:a16="http://schemas.microsoft.com/office/drawing/2014/main" id="{7B04C2BD-8375-4CA5-A006-B014FC0FB530}"/>
              </a:ext>
            </a:extLst>
          </p:cNvPr>
          <p:cNvPicPr>
            <a:picLocks noChangeAspect="1"/>
          </p:cNvPicPr>
          <p:nvPr userDrawn="1"/>
        </p:nvPicPr>
        <p:blipFill rotWithShape="1">
          <a:blip r:embed="rId3" cstate="print"/>
          <a:srcRect r="1346"/>
          <a:stretch/>
        </p:blipFill>
        <p:spPr>
          <a:xfrm>
            <a:off x="516" y="6041797"/>
            <a:ext cx="12166903" cy="411617"/>
          </a:xfrm>
          <a:prstGeom prst="rect">
            <a:avLst/>
          </a:prstGeom>
        </p:spPr>
      </p:pic>
      <p:sp>
        <p:nvSpPr>
          <p:cNvPr id="8" name="文本占位符 38">
            <a:extLst>
              <a:ext uri="{FF2B5EF4-FFF2-40B4-BE49-F238E27FC236}">
                <a16:creationId xmlns:a16="http://schemas.microsoft.com/office/drawing/2014/main" id="{E32F64F0-3B16-41D3-A21E-C57551DE700E}"/>
              </a:ext>
            </a:extLst>
          </p:cNvPr>
          <p:cNvSpPr>
            <a:spLocks noGrp="1"/>
          </p:cNvSpPr>
          <p:nvPr>
            <p:ph type="body" sz="quarter" idx="11"/>
          </p:nvPr>
        </p:nvSpPr>
        <p:spPr>
          <a:xfrm>
            <a:off x="4654075" y="4054685"/>
            <a:ext cx="6489700" cy="1534265"/>
          </a:xfrm>
          <a:prstGeom prst="rect">
            <a:avLst/>
          </a:prstGeom>
        </p:spPr>
        <p:txBody>
          <a:bodyPr/>
          <a:lstStyle>
            <a:lvl1pPr marL="0" indent="0" algn="just">
              <a:lnSpc>
                <a:spcPct val="130000"/>
              </a:lnSpc>
              <a:buNone/>
              <a:defRPr sz="2200">
                <a:solidFill>
                  <a:schemeClr val="accent2"/>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编辑母版文本样式</a:t>
            </a:r>
          </a:p>
        </p:txBody>
      </p:sp>
    </p:spTree>
    <p:extLst>
      <p:ext uri="{BB962C8B-B14F-4D97-AF65-F5344CB8AC3E}">
        <p14:creationId xmlns:p14="http://schemas.microsoft.com/office/powerpoint/2010/main" val="16079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DFAE37BE-F1B1-4D9C-A3B6-56648BA1CF1D}"/>
              </a:ext>
            </a:extLst>
          </p:cNvPr>
          <p:cNvCxnSpPr/>
          <p:nvPr userDrawn="1"/>
        </p:nvCxnSpPr>
        <p:spPr>
          <a:xfrm>
            <a:off x="304800" y="3429000"/>
            <a:ext cx="2197510" cy="0"/>
          </a:xfrm>
          <a:prstGeom prst="line">
            <a:avLst/>
          </a:prstGeom>
          <a:noFill/>
          <a:ln w="6350" cap="flat" cmpd="sng" algn="ctr">
            <a:solidFill>
              <a:srgbClr val="FFFFFF"/>
            </a:solidFill>
            <a:prstDash val="solid"/>
            <a:miter lim="800000"/>
          </a:ln>
          <a:effectLst/>
        </p:spPr>
      </p:cxnSp>
      <p:cxnSp>
        <p:nvCxnSpPr>
          <p:cNvPr id="11" name="直接连接符 10">
            <a:extLst>
              <a:ext uri="{FF2B5EF4-FFF2-40B4-BE49-F238E27FC236}">
                <a16:creationId xmlns:a16="http://schemas.microsoft.com/office/drawing/2014/main" id="{F501B036-7786-46C7-98A8-6857014E016B}"/>
              </a:ext>
            </a:extLst>
          </p:cNvPr>
          <p:cNvCxnSpPr/>
          <p:nvPr userDrawn="1"/>
        </p:nvCxnSpPr>
        <p:spPr>
          <a:xfrm>
            <a:off x="9689690" y="3429000"/>
            <a:ext cx="2197510" cy="0"/>
          </a:xfrm>
          <a:prstGeom prst="line">
            <a:avLst/>
          </a:prstGeom>
          <a:noFill/>
          <a:ln w="6350" cap="flat" cmpd="sng" algn="ctr">
            <a:solidFill>
              <a:srgbClr val="FFFFFF"/>
            </a:solidFill>
            <a:prstDash val="solid"/>
            <a:miter lim="800000"/>
          </a:ln>
          <a:effectLst/>
        </p:spPr>
      </p:cxnSp>
      <p:sp>
        <p:nvSpPr>
          <p:cNvPr id="13" name="文本占位符 31">
            <a:extLst>
              <a:ext uri="{FF2B5EF4-FFF2-40B4-BE49-F238E27FC236}">
                <a16:creationId xmlns:a16="http://schemas.microsoft.com/office/drawing/2014/main" id="{947A5DF3-60A2-4866-9A4F-599F80ED898E}"/>
              </a:ext>
            </a:extLst>
          </p:cNvPr>
          <p:cNvSpPr txBox="1">
            <a:spLocks/>
          </p:cNvSpPr>
          <p:nvPr userDrawn="1"/>
        </p:nvSpPr>
        <p:spPr>
          <a:xfrm>
            <a:off x="2555162" y="3129756"/>
            <a:ext cx="7081677" cy="598488"/>
          </a:xfrm>
          <a:prstGeom prst="rect">
            <a:avLst/>
          </a:prstGeom>
        </p:spPr>
        <p:txBody>
          <a:bodyPr anchor="ctr"/>
          <a:lstStyle>
            <a:lvl1pPr marL="0" indent="0" algn="ctr" defTabSz="967710" rtl="0" eaLnBrk="1" latinLnBrk="0" hangingPunct="1">
              <a:lnSpc>
                <a:spcPct val="100000"/>
              </a:lnSpc>
              <a:spcBef>
                <a:spcPts val="1058"/>
              </a:spcBef>
              <a:buFontTx/>
              <a:buNone/>
              <a:defRPr sz="6000" b="1" kern="1200" spc="600">
                <a:solidFill>
                  <a:schemeClr val="bg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6000" b="1" i="0" u="none" strike="noStrike" kern="1200" cap="none" spc="600" normalizeH="0" baseline="0" noProof="0" dirty="0">
              <a:ln>
                <a:noFill/>
              </a:ln>
              <a:solidFill>
                <a:srgbClr val="FFFFFF"/>
              </a:solidFill>
              <a:effectLst/>
              <a:uLnTx/>
              <a:uFillTx/>
              <a:latin typeface="Arial"/>
              <a:ea typeface="微软雅黑"/>
              <a:cs typeface="+mn-cs"/>
            </a:endParaRPr>
          </a:p>
        </p:txBody>
      </p:sp>
      <p:pic>
        <p:nvPicPr>
          <p:cNvPr id="16" name="图片 15" descr="文本&#10;&#10;描述已自动生成">
            <a:extLst>
              <a:ext uri="{FF2B5EF4-FFF2-40B4-BE49-F238E27FC236}">
                <a16:creationId xmlns:a16="http://schemas.microsoft.com/office/drawing/2014/main" id="{F48AE7D4-DFEE-4825-B27E-30333F4A9B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75242" y="806450"/>
            <a:ext cx="3841516" cy="2692400"/>
          </a:xfrm>
          <a:prstGeom prst="rect">
            <a:avLst/>
          </a:prstGeom>
        </p:spPr>
      </p:pic>
      <p:sp>
        <p:nvSpPr>
          <p:cNvPr id="17" name="标题 1">
            <a:extLst>
              <a:ext uri="{FF2B5EF4-FFF2-40B4-BE49-F238E27FC236}">
                <a16:creationId xmlns:a16="http://schemas.microsoft.com/office/drawing/2014/main" id="{04CF1101-69DB-4A33-A9E2-33249567E39A}"/>
              </a:ext>
            </a:extLst>
          </p:cNvPr>
          <p:cNvSpPr>
            <a:spLocks noGrp="1"/>
          </p:cNvSpPr>
          <p:nvPr>
            <p:ph type="title" hasCustomPrompt="1"/>
          </p:nvPr>
        </p:nvSpPr>
        <p:spPr>
          <a:xfrm>
            <a:off x="2351313" y="3700057"/>
            <a:ext cx="7561943" cy="1060855"/>
          </a:xfrm>
          <a:prstGeom prst="rect">
            <a:avLst/>
          </a:prstGeom>
          <a:noFill/>
          <a:effectLst/>
        </p:spPr>
        <p:txBody>
          <a:bodyPr anchor="ctr">
            <a:noAutofit/>
          </a:bodyPr>
          <a:lstStyle>
            <a:lvl1pPr algn="ctr">
              <a:lnSpc>
                <a:spcPct val="100000"/>
              </a:lnSpc>
              <a:defRPr sz="4000" b="0">
                <a:solidFill>
                  <a:schemeClr val="tx2"/>
                </a:solidFill>
                <a:effectLst/>
              </a:defRPr>
            </a:lvl1pPr>
          </a:lstStyle>
          <a:p>
            <a:r>
              <a:rPr lang="zh-CN" altLang="en-US" dirty="0"/>
              <a:t>单击此处编辑标题样式</a:t>
            </a:r>
          </a:p>
        </p:txBody>
      </p:sp>
      <p:sp>
        <p:nvSpPr>
          <p:cNvPr id="19" name="文本框 18">
            <a:extLst>
              <a:ext uri="{FF2B5EF4-FFF2-40B4-BE49-F238E27FC236}">
                <a16:creationId xmlns:a16="http://schemas.microsoft.com/office/drawing/2014/main" id="{7CE687FC-3BE9-4FBA-A63F-1E81331F6D34}"/>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20" name="文本框 19">
            <a:extLst>
              <a:ext uri="{FF2B5EF4-FFF2-40B4-BE49-F238E27FC236}">
                <a16:creationId xmlns:a16="http://schemas.microsoft.com/office/drawing/2014/main" id="{25A3466E-5ED7-4191-A258-206517395BA4}"/>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21" name="直接连接符 20">
            <a:extLst>
              <a:ext uri="{FF2B5EF4-FFF2-40B4-BE49-F238E27FC236}">
                <a16:creationId xmlns:a16="http://schemas.microsoft.com/office/drawing/2014/main" id="{E1DA9E16-0FEA-4E2C-8CE1-B167730F177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64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底2">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DFAE37BE-F1B1-4D9C-A3B6-56648BA1CF1D}"/>
              </a:ext>
            </a:extLst>
          </p:cNvPr>
          <p:cNvCxnSpPr/>
          <p:nvPr userDrawn="1"/>
        </p:nvCxnSpPr>
        <p:spPr>
          <a:xfrm>
            <a:off x="304800" y="3429000"/>
            <a:ext cx="2197510" cy="0"/>
          </a:xfrm>
          <a:prstGeom prst="line">
            <a:avLst/>
          </a:prstGeom>
          <a:noFill/>
          <a:ln w="6350" cap="flat" cmpd="sng" algn="ctr">
            <a:solidFill>
              <a:srgbClr val="FFFFFF"/>
            </a:solidFill>
            <a:prstDash val="solid"/>
            <a:miter lim="800000"/>
          </a:ln>
          <a:effectLst/>
        </p:spPr>
      </p:cxnSp>
      <p:cxnSp>
        <p:nvCxnSpPr>
          <p:cNvPr id="11" name="直接连接符 10">
            <a:extLst>
              <a:ext uri="{FF2B5EF4-FFF2-40B4-BE49-F238E27FC236}">
                <a16:creationId xmlns:a16="http://schemas.microsoft.com/office/drawing/2014/main" id="{F501B036-7786-46C7-98A8-6857014E016B}"/>
              </a:ext>
            </a:extLst>
          </p:cNvPr>
          <p:cNvCxnSpPr/>
          <p:nvPr userDrawn="1"/>
        </p:nvCxnSpPr>
        <p:spPr>
          <a:xfrm>
            <a:off x="9689690" y="3429000"/>
            <a:ext cx="2197510" cy="0"/>
          </a:xfrm>
          <a:prstGeom prst="line">
            <a:avLst/>
          </a:prstGeom>
          <a:noFill/>
          <a:ln w="6350" cap="flat" cmpd="sng" algn="ctr">
            <a:solidFill>
              <a:srgbClr val="FFFFFF"/>
            </a:solidFill>
            <a:prstDash val="solid"/>
            <a:miter lim="800000"/>
          </a:ln>
          <a:effectLst/>
        </p:spPr>
      </p:cxnSp>
      <p:sp>
        <p:nvSpPr>
          <p:cNvPr id="13" name="文本占位符 31">
            <a:extLst>
              <a:ext uri="{FF2B5EF4-FFF2-40B4-BE49-F238E27FC236}">
                <a16:creationId xmlns:a16="http://schemas.microsoft.com/office/drawing/2014/main" id="{947A5DF3-60A2-4866-9A4F-599F80ED898E}"/>
              </a:ext>
            </a:extLst>
          </p:cNvPr>
          <p:cNvSpPr txBox="1">
            <a:spLocks/>
          </p:cNvSpPr>
          <p:nvPr userDrawn="1"/>
        </p:nvSpPr>
        <p:spPr>
          <a:xfrm>
            <a:off x="2555162" y="3129756"/>
            <a:ext cx="7081677" cy="598488"/>
          </a:xfrm>
          <a:prstGeom prst="rect">
            <a:avLst/>
          </a:prstGeom>
        </p:spPr>
        <p:txBody>
          <a:bodyPr anchor="ctr"/>
          <a:lstStyle>
            <a:lvl1pPr marL="0" indent="0" algn="ctr" defTabSz="967710" rtl="0" eaLnBrk="1" latinLnBrk="0" hangingPunct="1">
              <a:lnSpc>
                <a:spcPct val="100000"/>
              </a:lnSpc>
              <a:spcBef>
                <a:spcPts val="1058"/>
              </a:spcBef>
              <a:buFontTx/>
              <a:buNone/>
              <a:defRPr sz="6000" b="1" kern="1200" spc="600">
                <a:solidFill>
                  <a:schemeClr val="bg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6000" b="1" i="0" u="none" strike="noStrike" kern="1200" cap="none" spc="600" normalizeH="0" baseline="0" noProof="0" dirty="0">
              <a:ln>
                <a:noFill/>
              </a:ln>
              <a:solidFill>
                <a:srgbClr val="FFFFFF"/>
              </a:solidFill>
              <a:effectLst/>
              <a:uLnTx/>
              <a:uFillTx/>
              <a:latin typeface="Arial"/>
              <a:ea typeface="微软雅黑"/>
              <a:cs typeface="+mn-cs"/>
            </a:endParaRPr>
          </a:p>
        </p:txBody>
      </p:sp>
      <p:sp>
        <p:nvSpPr>
          <p:cNvPr id="19" name="文本框 18">
            <a:extLst>
              <a:ext uri="{FF2B5EF4-FFF2-40B4-BE49-F238E27FC236}">
                <a16:creationId xmlns:a16="http://schemas.microsoft.com/office/drawing/2014/main" id="{7CE687FC-3BE9-4FBA-A63F-1E81331F6D34}"/>
              </a:ext>
            </a:extLst>
          </p:cNvPr>
          <p:cNvSpPr txBox="1"/>
          <p:nvPr userDrawn="1"/>
        </p:nvSpPr>
        <p:spPr>
          <a:xfrm>
            <a:off x="10118489" y="6338955"/>
            <a:ext cx="1692143" cy="338554"/>
          </a:xfrm>
          <a:prstGeom prst="rect">
            <a:avLst/>
          </a:prstGeom>
          <a:noFill/>
        </p:spPr>
        <p:txBody>
          <a:bodyPr wrap="square" rtlCol="0" anchor="ctr">
            <a:spAutoFit/>
          </a:bodyPr>
          <a:lstStyle/>
          <a:p>
            <a:r>
              <a:rPr lang="en-US" altLang="zh-CN" sz="1600" i="1" dirty="0">
                <a:solidFill>
                  <a:schemeClr val="bg1">
                    <a:lumMod val="65000"/>
                  </a:schemeClr>
                </a:solidFill>
              </a:rPr>
              <a:t>www.sjtu.edu.cn </a:t>
            </a:r>
            <a:endParaRPr lang="zh-CN" altLang="en-US" sz="1400" i="1" dirty="0">
              <a:solidFill>
                <a:schemeClr val="bg1">
                  <a:lumMod val="65000"/>
                </a:schemeClr>
              </a:solidFill>
            </a:endParaRPr>
          </a:p>
        </p:txBody>
      </p:sp>
      <p:sp>
        <p:nvSpPr>
          <p:cNvPr id="20" name="文本框 19">
            <a:extLst>
              <a:ext uri="{FF2B5EF4-FFF2-40B4-BE49-F238E27FC236}">
                <a16:creationId xmlns:a16="http://schemas.microsoft.com/office/drawing/2014/main" id="{25A3466E-5ED7-4191-A258-206517395BA4}"/>
              </a:ext>
            </a:extLst>
          </p:cNvPr>
          <p:cNvSpPr txBox="1"/>
          <p:nvPr userDrawn="1"/>
        </p:nvSpPr>
        <p:spPr>
          <a:xfrm>
            <a:off x="360364" y="6338955"/>
            <a:ext cx="2223180" cy="338554"/>
          </a:xfrm>
          <a:prstGeom prst="rect">
            <a:avLst/>
          </a:prstGeom>
          <a:noFill/>
        </p:spPr>
        <p:txBody>
          <a:bodyPr wrap="square" rtlCol="0" anchor="ctr">
            <a:spAutoFit/>
          </a:bodyPr>
          <a:lstStyle/>
          <a:p>
            <a:r>
              <a:rPr lang="zh-CN" altLang="en-US" sz="1600" dirty="0">
                <a:solidFill>
                  <a:schemeClr val="bg1">
                    <a:lumMod val="65000"/>
                  </a:schemeClr>
                </a:solidFill>
              </a:rPr>
              <a:t>饮水思源   爱国荣校</a:t>
            </a:r>
          </a:p>
        </p:txBody>
      </p:sp>
      <p:cxnSp>
        <p:nvCxnSpPr>
          <p:cNvPr id="21" name="直接连接符 20">
            <a:extLst>
              <a:ext uri="{FF2B5EF4-FFF2-40B4-BE49-F238E27FC236}">
                <a16:creationId xmlns:a16="http://schemas.microsoft.com/office/drawing/2014/main" id="{E1DA9E16-0FEA-4E2C-8CE1-B167730F1777}"/>
              </a:ext>
            </a:extLst>
          </p:cNvPr>
          <p:cNvCxnSpPr>
            <a:cxnSpLocks/>
          </p:cNvCxnSpPr>
          <p:nvPr userDrawn="1"/>
        </p:nvCxnSpPr>
        <p:spPr>
          <a:xfrm>
            <a:off x="350837" y="6297613"/>
            <a:ext cx="11460162" cy="0"/>
          </a:xfrm>
          <a:prstGeom prst="line">
            <a:avLst/>
          </a:prstGeom>
          <a:ln>
            <a:gradFill>
              <a:gsLst>
                <a:gs pos="60000">
                  <a:schemeClr val="tx2"/>
                </a:gs>
                <a:gs pos="100000">
                  <a:schemeClr val="accent4"/>
                </a:gs>
              </a:gsLst>
              <a:lin ang="2700000" scaled="0"/>
            </a:gradFill>
          </a:ln>
        </p:spPr>
        <p:style>
          <a:lnRef idx="1">
            <a:schemeClr val="accent1"/>
          </a:lnRef>
          <a:fillRef idx="0">
            <a:schemeClr val="accent1"/>
          </a:fillRef>
          <a:effectRef idx="0">
            <a:schemeClr val="accent1"/>
          </a:effectRef>
          <a:fontRef idx="minor">
            <a:schemeClr val="tx1"/>
          </a:fontRef>
        </p:style>
      </p:cxnSp>
      <p:pic>
        <p:nvPicPr>
          <p:cNvPr id="3" name="图片 2" descr="文本&#10;&#10;中度可信度描述已自动生成">
            <a:extLst>
              <a:ext uri="{FF2B5EF4-FFF2-40B4-BE49-F238E27FC236}">
                <a16:creationId xmlns:a16="http://schemas.microsoft.com/office/drawing/2014/main" id="{5723A9D1-EED7-4450-8C0A-D4F40F2B09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3315" y="1918497"/>
            <a:ext cx="4717143" cy="1550721"/>
          </a:xfrm>
          <a:prstGeom prst="rect">
            <a:avLst/>
          </a:prstGeom>
        </p:spPr>
      </p:pic>
      <p:sp>
        <p:nvSpPr>
          <p:cNvPr id="12" name="标题 1">
            <a:extLst>
              <a:ext uri="{FF2B5EF4-FFF2-40B4-BE49-F238E27FC236}">
                <a16:creationId xmlns:a16="http://schemas.microsoft.com/office/drawing/2014/main" id="{D828F617-93F6-4A6A-9A46-2F3977BC78B6}"/>
              </a:ext>
            </a:extLst>
          </p:cNvPr>
          <p:cNvSpPr>
            <a:spLocks noGrp="1"/>
          </p:cNvSpPr>
          <p:nvPr>
            <p:ph type="title" hasCustomPrompt="1"/>
          </p:nvPr>
        </p:nvSpPr>
        <p:spPr>
          <a:xfrm>
            <a:off x="6096001" y="2179233"/>
            <a:ext cx="5613400" cy="1060855"/>
          </a:xfrm>
          <a:prstGeom prst="rect">
            <a:avLst/>
          </a:prstGeom>
          <a:noFill/>
          <a:effectLst/>
        </p:spPr>
        <p:txBody>
          <a:bodyPr anchor="ctr">
            <a:noAutofit/>
          </a:bodyPr>
          <a:lstStyle>
            <a:lvl1pPr algn="ctr">
              <a:lnSpc>
                <a:spcPct val="100000"/>
              </a:lnSpc>
              <a:defRPr sz="4000" b="0">
                <a:solidFill>
                  <a:schemeClr val="tx2"/>
                </a:solidFill>
                <a:effectLst/>
              </a:defRPr>
            </a:lvl1pPr>
          </a:lstStyle>
          <a:p>
            <a:r>
              <a:rPr lang="zh-CN" altLang="en-US" dirty="0"/>
              <a:t>单击此处编辑标题样式</a:t>
            </a:r>
          </a:p>
        </p:txBody>
      </p:sp>
    </p:spTree>
    <p:extLst>
      <p:ext uri="{BB962C8B-B14F-4D97-AF65-F5344CB8AC3E}">
        <p14:creationId xmlns:p14="http://schemas.microsoft.com/office/powerpoint/2010/main" val="263751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封底3">
    <p:bg>
      <p:bgPr>
        <a:solidFill>
          <a:schemeClr val="tx2"/>
        </a:solidFill>
        <a:effectLst/>
      </p:bgPr>
    </p:bg>
    <p:spTree>
      <p:nvGrpSpPr>
        <p:cNvPr id="1" name=""/>
        <p:cNvGrpSpPr/>
        <p:nvPr/>
      </p:nvGrpSpPr>
      <p:grpSpPr>
        <a:xfrm>
          <a:off x="0" y="0"/>
          <a:ext cx="0" cy="0"/>
          <a:chOff x="0" y="0"/>
          <a:chExt cx="0" cy="0"/>
        </a:xfrm>
      </p:grpSpPr>
      <p:sp>
        <p:nvSpPr>
          <p:cNvPr id="9" name="流程图: 离页连接符 8">
            <a:extLst>
              <a:ext uri="{FF2B5EF4-FFF2-40B4-BE49-F238E27FC236}">
                <a16:creationId xmlns:a16="http://schemas.microsoft.com/office/drawing/2014/main" id="{033EB741-EFF7-4BA9-9D9F-8D39CB76B557}"/>
              </a:ext>
            </a:extLst>
          </p:cNvPr>
          <p:cNvSpPr/>
          <p:nvPr userDrawn="1"/>
        </p:nvSpPr>
        <p:spPr>
          <a:xfrm>
            <a:off x="3419386" y="0"/>
            <a:ext cx="5353229" cy="5219695"/>
          </a:xfrm>
          <a:prstGeom prst="flowChartOffpageConnector">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0" name="文本占位符 31">
            <a:extLst>
              <a:ext uri="{FF2B5EF4-FFF2-40B4-BE49-F238E27FC236}">
                <a16:creationId xmlns:a16="http://schemas.microsoft.com/office/drawing/2014/main" id="{340CE4CD-6751-47F9-A2C4-46D3B98564CC}"/>
              </a:ext>
            </a:extLst>
          </p:cNvPr>
          <p:cNvSpPr txBox="1">
            <a:spLocks/>
          </p:cNvSpPr>
          <p:nvPr userDrawn="1"/>
        </p:nvSpPr>
        <p:spPr>
          <a:xfrm>
            <a:off x="2952571" y="2609847"/>
            <a:ext cx="6286859" cy="598488"/>
          </a:xfrm>
          <a:prstGeom prst="rect">
            <a:avLst/>
          </a:prstGeom>
        </p:spPr>
        <p:txBody>
          <a:bodyPr anchor="ctr"/>
          <a:lstStyle>
            <a:lvl1pPr marL="0" indent="0" algn="ctr" defTabSz="967710" rtl="0" eaLnBrk="1" latinLnBrk="0" hangingPunct="1">
              <a:lnSpc>
                <a:spcPct val="100000"/>
              </a:lnSpc>
              <a:spcBef>
                <a:spcPts val="1058"/>
              </a:spcBef>
              <a:buFontTx/>
              <a:buNone/>
              <a:defRPr sz="5400" b="1" kern="1200" spc="600">
                <a:solidFill>
                  <a:schemeClr val="accent1"/>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a:lstStyle>
          <a:p>
            <a:pPr marL="0" marR="0" lvl="0" indent="0" algn="ctr" defTabSz="967710" rtl="0" eaLnBrk="1" fontAlgn="auto" latinLnBrk="0" hangingPunct="1">
              <a:lnSpc>
                <a:spcPct val="100000"/>
              </a:lnSpc>
              <a:spcBef>
                <a:spcPts val="1058"/>
              </a:spcBef>
              <a:spcAft>
                <a:spcPts val="0"/>
              </a:spcAft>
              <a:buClrTx/>
              <a:buSzTx/>
              <a:buFontTx/>
              <a:buNone/>
              <a:tabLst/>
              <a:defRPr/>
            </a:pPr>
            <a:endParaRPr kumimoji="0" lang="zh-CN" altLang="en-US" sz="5400" b="1" i="0" u="none" strike="noStrike" kern="1200" cap="none" spc="600" normalizeH="0" baseline="0" noProof="0" dirty="0">
              <a:ln>
                <a:noFill/>
              </a:ln>
              <a:solidFill>
                <a:srgbClr val="C8161E"/>
              </a:solidFill>
              <a:effectLst/>
              <a:uLnTx/>
              <a:uFillTx/>
              <a:latin typeface="Arial"/>
              <a:ea typeface="微软雅黑"/>
              <a:cs typeface="+mn-cs"/>
            </a:endParaRPr>
          </a:p>
        </p:txBody>
      </p:sp>
      <p:pic>
        <p:nvPicPr>
          <p:cNvPr id="11" name="图片 10">
            <a:extLst>
              <a:ext uri="{FF2B5EF4-FFF2-40B4-BE49-F238E27FC236}">
                <a16:creationId xmlns:a16="http://schemas.microsoft.com/office/drawing/2014/main" id="{EF900DEE-6164-48C3-8797-16E7213B07EB}"/>
              </a:ext>
            </a:extLst>
          </p:cNvPr>
          <p:cNvPicPr>
            <a:picLocks noChangeAspect="1"/>
          </p:cNvPicPr>
          <p:nvPr userDrawn="1"/>
        </p:nvPicPr>
        <p:blipFill rotWithShape="1">
          <a:blip r:embed="rId2">
            <a:alphaModFix amt="20000"/>
            <a:duotone>
              <a:srgbClr val="ED7D31">
                <a:shade val="45000"/>
                <a:satMod val="135000"/>
              </a:srgbClr>
              <a:prstClr val="white"/>
            </a:duotone>
          </a:blip>
          <a:srcRect t="9831" b="36385"/>
          <a:stretch/>
        </p:blipFill>
        <p:spPr>
          <a:xfrm>
            <a:off x="3352562" y="6146610"/>
            <a:ext cx="5486876" cy="406590"/>
          </a:xfrm>
          <a:prstGeom prst="rect">
            <a:avLst/>
          </a:prstGeom>
        </p:spPr>
      </p:pic>
      <p:pic>
        <p:nvPicPr>
          <p:cNvPr id="12" name="图片 11">
            <a:extLst>
              <a:ext uri="{FF2B5EF4-FFF2-40B4-BE49-F238E27FC236}">
                <a16:creationId xmlns:a16="http://schemas.microsoft.com/office/drawing/2014/main" id="{CE9C0F90-B4B1-48B6-B1D3-91ACC9BAE7A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86410" y="188997"/>
            <a:ext cx="3019180" cy="2116050"/>
          </a:xfrm>
          <a:prstGeom prst="rect">
            <a:avLst/>
          </a:prstGeom>
        </p:spPr>
      </p:pic>
      <p:sp>
        <p:nvSpPr>
          <p:cNvPr id="13" name="任意多边形: 形状 12">
            <a:extLst>
              <a:ext uri="{FF2B5EF4-FFF2-40B4-BE49-F238E27FC236}">
                <a16:creationId xmlns:a16="http://schemas.microsoft.com/office/drawing/2014/main" id="{FB2C31BE-C0C5-4899-948E-BC783E5331C4}"/>
              </a:ext>
            </a:extLst>
          </p:cNvPr>
          <p:cNvSpPr/>
          <p:nvPr userDrawn="1"/>
        </p:nvSpPr>
        <p:spPr>
          <a:xfrm>
            <a:off x="3419386" y="4393629"/>
            <a:ext cx="5353229" cy="1461642"/>
          </a:xfrm>
          <a:custGeom>
            <a:avLst/>
            <a:gdLst>
              <a:gd name="connsiteX0" fmla="*/ 0 w 5353229"/>
              <a:gd name="connsiteY0" fmla="*/ 0 h 1461642"/>
              <a:gd name="connsiteX1" fmla="*/ 2676615 w 5353229"/>
              <a:gd name="connsiteY1" fmla="*/ 1043939 h 1461642"/>
              <a:gd name="connsiteX2" fmla="*/ 5353229 w 5353229"/>
              <a:gd name="connsiteY2" fmla="*/ 0 h 1461642"/>
              <a:gd name="connsiteX3" fmla="*/ 5353229 w 5353229"/>
              <a:gd name="connsiteY3" fmla="*/ 417703 h 1461642"/>
              <a:gd name="connsiteX4" fmla="*/ 2676615 w 5353229"/>
              <a:gd name="connsiteY4" fmla="*/ 1461642 h 1461642"/>
              <a:gd name="connsiteX5" fmla="*/ 0 w 5353229"/>
              <a:gd name="connsiteY5" fmla="*/ 417703 h 1461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53229" h="1461642">
                <a:moveTo>
                  <a:pt x="0" y="0"/>
                </a:moveTo>
                <a:lnTo>
                  <a:pt x="2676615" y="1043939"/>
                </a:lnTo>
                <a:lnTo>
                  <a:pt x="5353229" y="0"/>
                </a:lnTo>
                <a:lnTo>
                  <a:pt x="5353229" y="417703"/>
                </a:lnTo>
                <a:lnTo>
                  <a:pt x="2676615" y="1461642"/>
                </a:lnTo>
                <a:lnTo>
                  <a:pt x="0" y="417703"/>
                </a:lnTo>
                <a:close/>
              </a:path>
            </a:pathLst>
          </a:custGeom>
          <a:solidFill>
            <a:srgbClr val="FFFFFF"/>
          </a:solidFill>
          <a:ln w="12700" cap="flat" cmpd="sng" algn="ctr">
            <a:solidFill>
              <a:srgbClr val="FFFFFF"/>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pic>
        <p:nvPicPr>
          <p:cNvPr id="14" name="图片 13" descr="图片包含 建筑物&#10;&#10;自动生成的说明">
            <a:extLst>
              <a:ext uri="{FF2B5EF4-FFF2-40B4-BE49-F238E27FC236}">
                <a16:creationId xmlns:a16="http://schemas.microsoft.com/office/drawing/2014/main" id="{05619C6E-49A8-4320-BAA1-41C03E721E4F}"/>
              </a:ext>
            </a:extLst>
          </p:cNvPr>
          <p:cNvPicPr>
            <a:picLocks noChangeAspect="1"/>
          </p:cNvPicPr>
          <p:nvPr userDrawn="1"/>
        </p:nvPicPr>
        <p:blipFill>
          <a:blip r:embed="rId4">
            <a:duotone>
              <a:prstClr val="black"/>
              <a:srgbClr val="C8161E">
                <a:tint val="45000"/>
                <a:satMod val="400000"/>
              </a:srgbClr>
            </a:duotone>
            <a:alphaModFix amt="20000"/>
            <a:extLst>
              <a:ext uri="{28A0092B-C50C-407E-A947-70E740481C1C}">
                <a14:useLocalDpi xmlns:a14="http://schemas.microsoft.com/office/drawing/2010/main" val="0"/>
              </a:ext>
            </a:extLst>
          </a:blip>
          <a:stretch>
            <a:fillRect/>
          </a:stretch>
        </p:blipFill>
        <p:spPr>
          <a:xfrm>
            <a:off x="-50417" y="2900149"/>
            <a:ext cx="12292835" cy="3957851"/>
          </a:xfrm>
          <a:prstGeom prst="rect">
            <a:avLst/>
          </a:prstGeom>
        </p:spPr>
      </p:pic>
      <p:sp>
        <p:nvSpPr>
          <p:cNvPr id="15" name="文本占位符 31">
            <a:extLst>
              <a:ext uri="{FF2B5EF4-FFF2-40B4-BE49-F238E27FC236}">
                <a16:creationId xmlns:a16="http://schemas.microsoft.com/office/drawing/2014/main" id="{545C6A52-683F-4BB0-A406-3D050A96C0FB}"/>
              </a:ext>
            </a:extLst>
          </p:cNvPr>
          <p:cNvSpPr>
            <a:spLocks noGrp="1"/>
          </p:cNvSpPr>
          <p:nvPr>
            <p:ph type="body" sz="quarter" idx="11"/>
          </p:nvPr>
        </p:nvSpPr>
        <p:spPr>
          <a:xfrm>
            <a:off x="3104971" y="2762247"/>
            <a:ext cx="6286859" cy="598488"/>
          </a:xfrm>
          <a:prstGeom prst="rect">
            <a:avLst/>
          </a:prstGeom>
        </p:spPr>
        <p:txBody>
          <a:bodyPr anchor="ctr"/>
          <a:lstStyle>
            <a:lvl1pPr marL="0" indent="0" algn="ctr">
              <a:lnSpc>
                <a:spcPct val="100000"/>
              </a:lnSpc>
              <a:buNone/>
              <a:defRPr sz="4800" b="1" spc="600">
                <a:solidFill>
                  <a:schemeClr val="tx2"/>
                </a:solidFill>
              </a:defRPr>
            </a:lvl1pPr>
          </a:lstStyle>
          <a:p>
            <a:pPr lvl="0"/>
            <a:endParaRPr lang="zh-CN" altLang="en-US" dirty="0"/>
          </a:p>
        </p:txBody>
      </p:sp>
    </p:spTree>
    <p:extLst>
      <p:ext uri="{BB962C8B-B14F-4D97-AF65-F5344CB8AC3E}">
        <p14:creationId xmlns:p14="http://schemas.microsoft.com/office/powerpoint/2010/main" val="123005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528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0000"/>
            <a:lumOff val="80000"/>
            <a:alpha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91616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8" r:id="rId4"/>
    <p:sldLayoutId id="2147483683" r:id="rId5"/>
    <p:sldLayoutId id="2147483689" r:id="rId6"/>
    <p:sldLayoutId id="2147483682" r:id="rId7"/>
    <p:sldLayoutId id="2147483684" r:id="rId8"/>
    <p:sldLayoutId id="2147483664" r:id="rId9"/>
    <p:sldLayoutId id="2147483677" r:id="rId10"/>
    <p:sldLayoutId id="2147483678" r:id="rId11"/>
    <p:sldLayoutId id="2147483675" r:id="rId12"/>
    <p:sldLayoutId id="2147483690" r:id="rId13"/>
    <p:sldLayoutId id="2147483685" r:id="rId14"/>
    <p:sldLayoutId id="2147483686" r:id="rId15"/>
    <p:sldLayoutId id="2147483691" r:id="rId16"/>
    <p:sldLayoutId id="214748368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6771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41927" indent="-241927" algn="l" defTabSz="967710" rtl="0" eaLnBrk="1" latinLnBrk="0" hangingPunct="1">
        <a:lnSpc>
          <a:spcPct val="90000"/>
        </a:lnSpc>
        <a:spcBef>
          <a:spcPts val="1058"/>
        </a:spcBef>
        <a:buFontTx/>
        <a:buBlip>
          <a:blip r:embed="rId19"/>
        </a:buBlip>
        <a:defRPr sz="2963" b="0" kern="1200">
          <a:solidFill>
            <a:schemeClr val="tx2">
              <a:lumMod val="75000"/>
              <a:lumOff val="25000"/>
            </a:schemeClr>
          </a:solidFill>
          <a:latin typeface="+mn-lt"/>
          <a:ea typeface="+mn-ea"/>
          <a:cs typeface="+mn-cs"/>
        </a:defRPr>
      </a:lvl1pPr>
      <a:lvl2pPr marL="725782" indent="-241927" algn="l" defTabSz="967710" rtl="0" eaLnBrk="1" latinLnBrk="0" hangingPunct="1">
        <a:lnSpc>
          <a:spcPct val="90000"/>
        </a:lnSpc>
        <a:spcBef>
          <a:spcPts val="529"/>
        </a:spcBef>
        <a:buFont typeface="Arial" panose="020B0604020202020204" pitchFamily="34" charset="0"/>
        <a:buChar char="•"/>
        <a:defRPr sz="2540" b="0" kern="1200">
          <a:solidFill>
            <a:schemeClr val="tx2">
              <a:lumMod val="75000"/>
              <a:lumOff val="25000"/>
            </a:schemeClr>
          </a:solidFill>
          <a:latin typeface="+mn-lt"/>
          <a:ea typeface="+mn-ea"/>
          <a:cs typeface="+mn-cs"/>
        </a:defRPr>
      </a:lvl2pPr>
      <a:lvl3pPr marL="1209637" indent="-241927" algn="l" defTabSz="967710" rtl="0" eaLnBrk="1" latinLnBrk="0" hangingPunct="1">
        <a:lnSpc>
          <a:spcPct val="90000"/>
        </a:lnSpc>
        <a:spcBef>
          <a:spcPts val="529"/>
        </a:spcBef>
        <a:buFont typeface="Arial" panose="020B0604020202020204" pitchFamily="34" charset="0"/>
        <a:buChar char="•"/>
        <a:defRPr sz="2117" b="0" kern="1200">
          <a:solidFill>
            <a:schemeClr val="tx2">
              <a:lumMod val="75000"/>
              <a:lumOff val="25000"/>
            </a:schemeClr>
          </a:solidFill>
          <a:latin typeface="+mn-lt"/>
          <a:ea typeface="+mn-ea"/>
          <a:cs typeface="+mn-cs"/>
        </a:defRPr>
      </a:lvl3pPr>
      <a:lvl4pPr marL="1693492"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4pPr>
      <a:lvl5pPr marL="2177346" indent="-241927" algn="l" defTabSz="967710" rtl="0" eaLnBrk="1" latinLnBrk="0" hangingPunct="1">
        <a:lnSpc>
          <a:spcPct val="90000"/>
        </a:lnSpc>
        <a:spcBef>
          <a:spcPts val="529"/>
        </a:spcBef>
        <a:buFont typeface="Arial" panose="020B0604020202020204" pitchFamily="34" charset="0"/>
        <a:buChar char="•"/>
        <a:defRPr sz="1905" b="0" kern="1200">
          <a:solidFill>
            <a:schemeClr val="tx2">
              <a:lumMod val="75000"/>
              <a:lumOff val="25000"/>
            </a:schemeClr>
          </a:solidFill>
          <a:latin typeface="+mn-lt"/>
          <a:ea typeface="+mn-ea"/>
          <a:cs typeface="+mn-cs"/>
        </a:defRPr>
      </a:lvl5pPr>
      <a:lvl6pPr marL="266120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6pPr>
      <a:lvl7pPr marL="3145056"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zh-CN"/>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1">
          <p15:clr>
            <a:srgbClr val="F26B43"/>
          </p15:clr>
        </p15:guide>
        <p15:guide id="2" orient="horz" pos="227">
          <p15:clr>
            <a:srgbClr val="F26B43"/>
          </p15:clr>
        </p15:guide>
        <p15:guide id="3" pos="3840" userDrawn="1">
          <p15:clr>
            <a:srgbClr val="F26B43"/>
          </p15:clr>
        </p15:guide>
        <p15:guide id="4" pos="227">
          <p15:clr>
            <a:srgbClr val="F26B43"/>
          </p15:clr>
        </p15:guide>
        <p15:guide id="5" orient="horz" pos="2041">
          <p15:clr>
            <a:srgbClr val="F26B43"/>
          </p15:clr>
        </p15:guide>
        <p15:guide id="6" pos="7446" userDrawn="1">
          <p15:clr>
            <a:srgbClr val="F26B43"/>
          </p15:clr>
        </p15:guide>
        <p15:guide id="7" orient="horz" pos="3651">
          <p15:clr>
            <a:srgbClr val="F26B43"/>
          </p15:clr>
        </p15:guide>
        <p15:guide id="8" orient="horz" pos="2514">
          <p15:clr>
            <a:srgbClr val="FDE53C"/>
          </p15:clr>
        </p15:guide>
        <p15:guide id="9" orient="horz" pos="1554">
          <p15:clr>
            <a:srgbClr val="FDE53C"/>
          </p15:clr>
        </p15:guide>
        <p15:guide id="12" pos="2418">
          <p15:clr>
            <a:srgbClr val="A4A3A4"/>
          </p15:clr>
        </p15:guide>
        <p15:guide id="13" pos="4830">
          <p15:clr>
            <a:srgbClr val="A4A3A4"/>
          </p15:clr>
        </p15:guide>
        <p15:guide id="14" orient="horz" pos="1356">
          <p15:clr>
            <a:srgbClr val="A4A3A4"/>
          </p15:clr>
        </p15:guide>
        <p15:guide id="15" orient="horz" pos="2718">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05ECC-F19C-469E-BAA3-7810EC50D4AF}"/>
              </a:ext>
            </a:extLst>
          </p:cNvPr>
          <p:cNvSpPr>
            <a:spLocks noGrp="1"/>
          </p:cNvSpPr>
          <p:nvPr>
            <p:ph type="title"/>
          </p:nvPr>
        </p:nvSpPr>
        <p:spPr/>
        <p:txBody>
          <a:bodyPr/>
          <a:lstStyle/>
          <a:p>
            <a:r>
              <a:rPr lang="en-CA" altLang="zh-CN" sz="4800" dirty="0"/>
              <a:t>Midterm Presentation on PEMFC</a:t>
            </a:r>
            <a:endParaRPr lang="zh-CN" altLang="en-US" sz="4800" dirty="0"/>
          </a:p>
        </p:txBody>
      </p:sp>
      <p:sp>
        <p:nvSpPr>
          <p:cNvPr id="3" name="内容占位符 2">
            <a:extLst>
              <a:ext uri="{FF2B5EF4-FFF2-40B4-BE49-F238E27FC236}">
                <a16:creationId xmlns:a16="http://schemas.microsoft.com/office/drawing/2014/main" id="{A7B5F1DE-2DCC-43FF-880E-DD1292091203}"/>
              </a:ext>
            </a:extLst>
          </p:cNvPr>
          <p:cNvSpPr>
            <a:spLocks noGrp="1"/>
          </p:cNvSpPr>
          <p:nvPr>
            <p:ph sz="quarter" idx="10"/>
          </p:nvPr>
        </p:nvSpPr>
        <p:spPr/>
        <p:txBody>
          <a:bodyPr/>
          <a:lstStyle/>
          <a:p>
            <a:r>
              <a:rPr lang="en-US" altLang="zh-CN" dirty="0"/>
              <a:t>2026</a:t>
            </a:r>
            <a:r>
              <a:rPr lang="zh-CN" altLang="en-US" dirty="0"/>
              <a:t>年</a:t>
            </a:r>
            <a:r>
              <a:rPr lang="en-US" altLang="zh-CN" dirty="0"/>
              <a:t>7</a:t>
            </a:r>
            <a:r>
              <a:rPr lang="zh-CN" altLang="en-US" dirty="0"/>
              <a:t>月</a:t>
            </a:r>
            <a:r>
              <a:rPr lang="en-CA" altLang="zh-CN" dirty="0"/>
              <a:t>31</a:t>
            </a:r>
            <a:r>
              <a:rPr lang="zh-CN" altLang="en-US" dirty="0"/>
              <a:t>号</a:t>
            </a:r>
            <a:r>
              <a:rPr lang="en-CA" altLang="zh-CN" dirty="0"/>
              <a:t>10</a:t>
            </a:r>
            <a:r>
              <a:rPr lang="zh-CN" altLang="en-US" dirty="0"/>
              <a:t>点</a:t>
            </a:r>
          </a:p>
        </p:txBody>
      </p:sp>
      <p:sp>
        <p:nvSpPr>
          <p:cNvPr id="4" name="文本占位符 3">
            <a:extLst>
              <a:ext uri="{FF2B5EF4-FFF2-40B4-BE49-F238E27FC236}">
                <a16:creationId xmlns:a16="http://schemas.microsoft.com/office/drawing/2014/main" id="{2D53CAF1-A9D1-4E1E-932D-D7D1FAD85530}"/>
              </a:ext>
            </a:extLst>
          </p:cNvPr>
          <p:cNvSpPr>
            <a:spLocks noGrp="1"/>
          </p:cNvSpPr>
          <p:nvPr>
            <p:ph type="body" sz="quarter" idx="11"/>
          </p:nvPr>
        </p:nvSpPr>
        <p:spPr/>
        <p:txBody>
          <a:bodyPr/>
          <a:lstStyle/>
          <a:p>
            <a:r>
              <a:rPr lang="en-CA" altLang="zh-CN" dirty="0"/>
              <a:t>David Sun</a:t>
            </a:r>
            <a:endParaRPr lang="zh-CN" altLang="en-US" dirty="0"/>
          </a:p>
        </p:txBody>
      </p:sp>
    </p:spTree>
    <p:extLst>
      <p:ext uri="{BB962C8B-B14F-4D97-AF65-F5344CB8AC3E}">
        <p14:creationId xmlns:p14="http://schemas.microsoft.com/office/powerpoint/2010/main" val="3003887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19A0DF-06B6-CA39-A761-0FB4FA5CBD67}"/>
              </a:ext>
            </a:extLst>
          </p:cNvPr>
          <p:cNvSpPr>
            <a:spLocks noGrp="1"/>
          </p:cNvSpPr>
          <p:nvPr>
            <p:ph type="body" sz="quarter" idx="11"/>
          </p:nvPr>
        </p:nvSpPr>
        <p:spPr>
          <a:xfrm>
            <a:off x="3104971" y="2290468"/>
            <a:ext cx="6286859" cy="598488"/>
          </a:xfrm>
        </p:spPr>
        <p:txBody>
          <a:bodyPr/>
          <a:lstStyle/>
          <a:p>
            <a:r>
              <a:rPr lang="en-CA" spc="0" dirty="0"/>
              <a:t>Fundamentals</a:t>
            </a:r>
          </a:p>
        </p:txBody>
      </p:sp>
    </p:spTree>
    <p:extLst>
      <p:ext uri="{BB962C8B-B14F-4D97-AF65-F5344CB8AC3E}">
        <p14:creationId xmlns:p14="http://schemas.microsoft.com/office/powerpoint/2010/main" val="290021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61B50-213D-0D4A-1C17-AA537CBDB91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8EBD6D-2018-7194-5AEA-BC9666DDAF67}"/>
              </a:ext>
            </a:extLst>
          </p:cNvPr>
          <p:cNvSpPr>
            <a:spLocks noGrp="1"/>
          </p:cNvSpPr>
          <p:nvPr>
            <p:ph type="title"/>
          </p:nvPr>
        </p:nvSpPr>
        <p:spPr>
          <a:xfrm>
            <a:off x="927467" y="85609"/>
            <a:ext cx="8198603" cy="538838"/>
          </a:xfrm>
        </p:spPr>
        <p:txBody>
          <a:bodyPr anchor="ctr">
            <a:noAutofit/>
          </a:bodyPr>
          <a:lstStyle/>
          <a:p>
            <a:pPr>
              <a:lnSpc>
                <a:spcPct val="90000"/>
              </a:lnSpc>
            </a:pPr>
            <a:r>
              <a:rPr lang="en-CA" dirty="0">
                <a:latin typeface="Georgia" panose="02040502050405020303" pitchFamily="18" charset="0"/>
              </a:rPr>
              <a:t>Introduction</a:t>
            </a:r>
          </a:p>
        </p:txBody>
      </p:sp>
      <p:sp>
        <p:nvSpPr>
          <p:cNvPr id="3" name="Content Placeholder 2">
            <a:extLst>
              <a:ext uri="{FF2B5EF4-FFF2-40B4-BE49-F238E27FC236}">
                <a16:creationId xmlns:a16="http://schemas.microsoft.com/office/drawing/2014/main" id="{C75A148F-EFD6-80C0-9C69-10694DCC9AF0}"/>
              </a:ext>
            </a:extLst>
          </p:cNvPr>
          <p:cNvSpPr>
            <a:spLocks noGrp="1"/>
          </p:cNvSpPr>
          <p:nvPr>
            <p:ph sz="quarter" idx="10"/>
          </p:nvPr>
        </p:nvSpPr>
        <p:spPr>
          <a:xfrm>
            <a:off x="381368" y="1119448"/>
            <a:ext cx="5619382" cy="4761859"/>
          </a:xfrm>
        </p:spPr>
        <p:txBody>
          <a:bodyPr>
            <a:normAutofit/>
          </a:bodyPr>
          <a:lstStyle/>
          <a:p>
            <a:pPr algn="just">
              <a:lnSpc>
                <a:spcPct val="150000"/>
              </a:lnSpc>
            </a:pPr>
            <a:r>
              <a:rPr lang="en-CA" sz="1400" b="1" dirty="0">
                <a:latin typeface="Georgia" panose="02040502050405020303" pitchFamily="18" charset="0"/>
              </a:rPr>
              <a:t>Hydrogen Fuel &amp; Efficiency:</a:t>
            </a:r>
            <a:r>
              <a:rPr lang="en-CA" sz="1400" dirty="0">
                <a:latin typeface="Georgia" panose="02040502050405020303" pitchFamily="18" charset="0"/>
              </a:rPr>
              <a:t> Hydrogen offers a specific energy by mass nearly three times higher than gasoline, utilizing fuel cells to continuously convert chemical energy directly into electricity with far greater efficiency than combustion engines.</a:t>
            </a:r>
          </a:p>
          <a:p>
            <a:pPr algn="just">
              <a:lnSpc>
                <a:spcPct val="150000"/>
              </a:lnSpc>
            </a:pPr>
            <a:r>
              <a:rPr lang="en-CA" sz="1400" b="1" dirty="0">
                <a:latin typeface="Georgia" panose="02040502050405020303" pitchFamily="18" charset="0"/>
              </a:rPr>
              <a:t>PEMFC Advantages:</a:t>
            </a:r>
            <a:r>
              <a:rPr lang="en-CA" sz="1400" dirty="0">
                <a:latin typeface="Georgia" panose="02040502050405020303" pitchFamily="18" charset="0"/>
              </a:rPr>
              <a:t> Proton Exchange Membrane Fuel Cells (PEMFCs) are the most widely used type due to their low operating temperatures, high power density, rapid startup, and highly reliable, silent solid-state operation with no moving parts.</a:t>
            </a:r>
          </a:p>
        </p:txBody>
      </p:sp>
      <p:pic>
        <p:nvPicPr>
          <p:cNvPr id="4" name="Picture 3">
            <a:extLst>
              <a:ext uri="{FF2B5EF4-FFF2-40B4-BE49-F238E27FC236}">
                <a16:creationId xmlns:a16="http://schemas.microsoft.com/office/drawing/2014/main" id="{768C43FB-EDA1-D88D-46E9-E806C85B3173}"/>
              </a:ext>
            </a:extLst>
          </p:cNvPr>
          <p:cNvPicPr>
            <a:picLocks noChangeAspect="1"/>
          </p:cNvPicPr>
          <p:nvPr/>
        </p:nvPicPr>
        <p:blipFill>
          <a:blip r:embed="rId3"/>
          <a:stretch>
            <a:fillRect/>
          </a:stretch>
        </p:blipFill>
        <p:spPr>
          <a:xfrm>
            <a:off x="7201068" y="940608"/>
            <a:ext cx="1775614" cy="2667231"/>
          </a:xfrm>
          <a:prstGeom prst="rect">
            <a:avLst/>
          </a:prstGeom>
        </p:spPr>
      </p:pic>
      <p:pic>
        <p:nvPicPr>
          <p:cNvPr id="8" name="Picture 7">
            <a:extLst>
              <a:ext uri="{FF2B5EF4-FFF2-40B4-BE49-F238E27FC236}">
                <a16:creationId xmlns:a16="http://schemas.microsoft.com/office/drawing/2014/main" id="{5FB9BA94-7CDB-61D8-7EF6-6BF04AFE4BD4}"/>
              </a:ext>
            </a:extLst>
          </p:cNvPr>
          <p:cNvPicPr>
            <a:picLocks noChangeAspect="1"/>
          </p:cNvPicPr>
          <p:nvPr/>
        </p:nvPicPr>
        <p:blipFill>
          <a:blip r:embed="rId4"/>
          <a:stretch>
            <a:fillRect/>
          </a:stretch>
        </p:blipFill>
        <p:spPr>
          <a:xfrm>
            <a:off x="9299176" y="940609"/>
            <a:ext cx="1942223" cy="2667230"/>
          </a:xfrm>
          <a:prstGeom prst="rect">
            <a:avLst/>
          </a:prstGeom>
        </p:spPr>
      </p:pic>
      <p:pic>
        <p:nvPicPr>
          <p:cNvPr id="10" name="Picture 9">
            <a:extLst>
              <a:ext uri="{FF2B5EF4-FFF2-40B4-BE49-F238E27FC236}">
                <a16:creationId xmlns:a16="http://schemas.microsoft.com/office/drawing/2014/main" id="{FC5B9BD1-20DD-3873-E5F0-606AFD2598D0}"/>
              </a:ext>
            </a:extLst>
          </p:cNvPr>
          <p:cNvPicPr>
            <a:picLocks noChangeAspect="1"/>
          </p:cNvPicPr>
          <p:nvPr/>
        </p:nvPicPr>
        <p:blipFill>
          <a:blip r:embed="rId5"/>
          <a:stretch>
            <a:fillRect/>
          </a:stretch>
        </p:blipFill>
        <p:spPr>
          <a:xfrm>
            <a:off x="7533116" y="3941006"/>
            <a:ext cx="3708283" cy="1622805"/>
          </a:xfrm>
          <a:prstGeom prst="rect">
            <a:avLst/>
          </a:prstGeom>
        </p:spPr>
      </p:pic>
      <p:pic>
        <p:nvPicPr>
          <p:cNvPr id="16" name="Picture 15">
            <a:extLst>
              <a:ext uri="{FF2B5EF4-FFF2-40B4-BE49-F238E27FC236}">
                <a16:creationId xmlns:a16="http://schemas.microsoft.com/office/drawing/2014/main" id="{678D7F30-BD89-9F26-6A4E-99B815D72092}"/>
              </a:ext>
            </a:extLst>
          </p:cNvPr>
          <p:cNvPicPr>
            <a:picLocks noChangeAspect="1"/>
          </p:cNvPicPr>
          <p:nvPr/>
        </p:nvPicPr>
        <p:blipFill>
          <a:blip r:embed="rId6"/>
          <a:stretch>
            <a:fillRect/>
          </a:stretch>
        </p:blipFill>
        <p:spPr>
          <a:xfrm>
            <a:off x="3727838" y="4258502"/>
            <a:ext cx="3124763" cy="1622805"/>
          </a:xfrm>
          <a:prstGeom prst="rect">
            <a:avLst/>
          </a:prstGeom>
        </p:spPr>
      </p:pic>
      <p:pic>
        <p:nvPicPr>
          <p:cNvPr id="18" name="Picture 17">
            <a:extLst>
              <a:ext uri="{FF2B5EF4-FFF2-40B4-BE49-F238E27FC236}">
                <a16:creationId xmlns:a16="http://schemas.microsoft.com/office/drawing/2014/main" id="{12915FAA-74E6-403A-A883-CA4D60EC2BFC}"/>
              </a:ext>
            </a:extLst>
          </p:cNvPr>
          <p:cNvPicPr>
            <a:picLocks noChangeAspect="1"/>
          </p:cNvPicPr>
          <p:nvPr/>
        </p:nvPicPr>
        <p:blipFill>
          <a:blip r:embed="rId7"/>
          <a:stretch>
            <a:fillRect/>
          </a:stretch>
        </p:blipFill>
        <p:spPr>
          <a:xfrm>
            <a:off x="710188" y="4090581"/>
            <a:ext cx="2799879" cy="1958645"/>
          </a:xfrm>
          <a:prstGeom prst="rect">
            <a:avLst/>
          </a:prstGeom>
        </p:spPr>
      </p:pic>
    </p:spTree>
    <p:extLst>
      <p:ext uri="{BB962C8B-B14F-4D97-AF65-F5344CB8AC3E}">
        <p14:creationId xmlns:p14="http://schemas.microsoft.com/office/powerpoint/2010/main" val="184453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7AB-C845-EB15-A54D-D8E85600DD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42CC28-E4F4-5D57-D0B3-4EEAA5BCD1F2}"/>
              </a:ext>
            </a:extLst>
          </p:cNvPr>
          <p:cNvSpPr>
            <a:spLocks noGrp="1"/>
          </p:cNvSpPr>
          <p:nvPr>
            <p:ph type="title"/>
          </p:nvPr>
        </p:nvSpPr>
        <p:spPr>
          <a:xfrm>
            <a:off x="927467" y="85609"/>
            <a:ext cx="8198603" cy="538838"/>
          </a:xfrm>
        </p:spPr>
        <p:txBody>
          <a:bodyPr anchor="ctr">
            <a:noAutofit/>
          </a:bodyPr>
          <a:lstStyle/>
          <a:p>
            <a:pPr>
              <a:lnSpc>
                <a:spcPct val="90000"/>
              </a:lnSpc>
            </a:pPr>
            <a:r>
              <a:rPr lang="en-CA" dirty="0">
                <a:latin typeface="Georgia" panose="02040502050405020303" pitchFamily="18" charset="0"/>
              </a:rPr>
              <a:t>Reactant’s Pathway</a:t>
            </a:r>
          </a:p>
        </p:txBody>
      </p:sp>
      <p:pic>
        <p:nvPicPr>
          <p:cNvPr id="6" name="Picture 5" descr="Catalysts 15 00097 g001">
            <a:extLst>
              <a:ext uri="{FF2B5EF4-FFF2-40B4-BE49-F238E27FC236}">
                <a16:creationId xmlns:a16="http://schemas.microsoft.com/office/drawing/2014/main" id="{F5898B92-F1E0-E107-B953-67887F21C832}"/>
              </a:ext>
            </a:extLst>
          </p:cNvPr>
          <p:cNvPicPr>
            <a:picLocks noChangeAspect="1"/>
          </p:cNvPicPr>
          <p:nvPr/>
        </p:nvPicPr>
        <p:blipFill>
          <a:blip r:embed="rId3"/>
          <a:stretch>
            <a:fillRect/>
          </a:stretch>
        </p:blipFill>
        <p:spPr>
          <a:xfrm>
            <a:off x="4726465" y="690350"/>
            <a:ext cx="7461945" cy="6205542"/>
          </a:xfrm>
          <a:prstGeom prst="rect">
            <a:avLst/>
          </a:prstGeom>
        </p:spPr>
      </p:pic>
      <p:pic>
        <p:nvPicPr>
          <p:cNvPr id="9" name="Picture 8">
            <a:extLst>
              <a:ext uri="{FF2B5EF4-FFF2-40B4-BE49-F238E27FC236}">
                <a16:creationId xmlns:a16="http://schemas.microsoft.com/office/drawing/2014/main" id="{F26089BF-4324-E397-4870-37F3A27F1EF5}"/>
              </a:ext>
            </a:extLst>
          </p:cNvPr>
          <p:cNvPicPr>
            <a:picLocks noChangeAspect="1"/>
          </p:cNvPicPr>
          <p:nvPr/>
        </p:nvPicPr>
        <p:blipFill>
          <a:blip r:embed="rId4"/>
          <a:stretch>
            <a:fillRect/>
          </a:stretch>
        </p:blipFill>
        <p:spPr>
          <a:xfrm>
            <a:off x="540267" y="1933128"/>
            <a:ext cx="2712955" cy="350550"/>
          </a:xfrm>
          <a:prstGeom prst="rect">
            <a:avLst/>
          </a:prstGeom>
        </p:spPr>
      </p:pic>
      <p:pic>
        <p:nvPicPr>
          <p:cNvPr id="15" name="Picture 14">
            <a:extLst>
              <a:ext uri="{FF2B5EF4-FFF2-40B4-BE49-F238E27FC236}">
                <a16:creationId xmlns:a16="http://schemas.microsoft.com/office/drawing/2014/main" id="{EA7BE451-A321-7CD8-E8BE-93FF86886857}"/>
              </a:ext>
            </a:extLst>
          </p:cNvPr>
          <p:cNvPicPr>
            <a:picLocks noChangeAspect="1"/>
          </p:cNvPicPr>
          <p:nvPr/>
        </p:nvPicPr>
        <p:blipFill>
          <a:blip r:embed="rId5"/>
          <a:stretch>
            <a:fillRect/>
          </a:stretch>
        </p:blipFill>
        <p:spPr>
          <a:xfrm>
            <a:off x="541142" y="2767678"/>
            <a:ext cx="3520745" cy="472481"/>
          </a:xfrm>
          <a:prstGeom prst="rect">
            <a:avLst/>
          </a:prstGeom>
        </p:spPr>
      </p:pic>
      <p:pic>
        <p:nvPicPr>
          <p:cNvPr id="17" name="Picture 16">
            <a:extLst>
              <a:ext uri="{FF2B5EF4-FFF2-40B4-BE49-F238E27FC236}">
                <a16:creationId xmlns:a16="http://schemas.microsoft.com/office/drawing/2014/main" id="{38D853CF-05EA-38A4-B92E-73E118DE6414}"/>
              </a:ext>
            </a:extLst>
          </p:cNvPr>
          <p:cNvPicPr>
            <a:picLocks noChangeAspect="1"/>
          </p:cNvPicPr>
          <p:nvPr/>
        </p:nvPicPr>
        <p:blipFill>
          <a:blip r:embed="rId6"/>
          <a:stretch>
            <a:fillRect/>
          </a:stretch>
        </p:blipFill>
        <p:spPr>
          <a:xfrm>
            <a:off x="540267" y="3724159"/>
            <a:ext cx="2994920" cy="457240"/>
          </a:xfrm>
          <a:prstGeom prst="rect">
            <a:avLst/>
          </a:prstGeom>
        </p:spPr>
      </p:pic>
    </p:spTree>
    <p:extLst>
      <p:ext uri="{BB962C8B-B14F-4D97-AF65-F5344CB8AC3E}">
        <p14:creationId xmlns:p14="http://schemas.microsoft.com/office/powerpoint/2010/main" val="291633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C81E6-FEF7-AF1D-BA20-59DDCD52B657}"/>
              </a:ext>
            </a:extLst>
          </p:cNvPr>
          <p:cNvSpPr>
            <a:spLocks noGrp="1"/>
          </p:cNvSpPr>
          <p:nvPr>
            <p:ph type="title"/>
          </p:nvPr>
        </p:nvSpPr>
        <p:spPr/>
        <p:txBody>
          <a:bodyPr/>
          <a:lstStyle/>
          <a:p>
            <a:endParaRPr lang="en-CA"/>
          </a:p>
        </p:txBody>
      </p:sp>
      <p:pic>
        <p:nvPicPr>
          <p:cNvPr id="4" name="transport_mechanism_PEMFC">
            <a:hlinkClick r:id="" action="ppaction://media"/>
            <a:extLst>
              <a:ext uri="{FF2B5EF4-FFF2-40B4-BE49-F238E27FC236}">
                <a16:creationId xmlns:a16="http://schemas.microsoft.com/office/drawing/2014/main" id="{1C8E39DA-CA6D-8D9A-CEE3-C92E04DA78DA}"/>
              </a:ext>
            </a:extLst>
          </p:cNvPr>
          <p:cNvPicPr>
            <a:picLocks noGrp="1" noChangeAspect="1"/>
          </p:cNvPicPr>
          <p:nvPr>
            <p:ph sz="quarter" idx="10"/>
            <a:videoFile r:link="rId2"/>
            <p:extLst>
              <p:ext uri="{DAA4B4D4-6D71-4841-9C94-3DE7FCFB9230}">
                <p14:media xmlns:p14="http://schemas.microsoft.com/office/powerpoint/2010/main" r:embed="rId1"/>
              </p:ext>
            </p:extLst>
          </p:nvPr>
        </p:nvPicPr>
        <p:blipFill>
          <a:blip r:embed="rId5"/>
          <a:stretch>
            <a:fillRect/>
          </a:stretch>
        </p:blipFill>
        <p:spPr>
          <a:xfrm>
            <a:off x="0" y="-409"/>
            <a:ext cx="12192000" cy="6858409"/>
          </a:xfrm>
        </p:spPr>
      </p:pic>
    </p:spTree>
    <p:extLst>
      <p:ext uri="{BB962C8B-B14F-4D97-AF65-F5344CB8AC3E}">
        <p14:creationId xmlns:p14="http://schemas.microsoft.com/office/powerpoint/2010/main" val="412983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66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4401F3-63BC-7F1C-B440-B10AC0F2CC50}"/>
              </a:ext>
            </a:extLst>
          </p:cNvPr>
          <p:cNvSpPr>
            <a:spLocks noGrp="1"/>
          </p:cNvSpPr>
          <p:nvPr>
            <p:ph type="title"/>
          </p:nvPr>
        </p:nvSpPr>
        <p:spPr>
          <a:xfrm>
            <a:off x="927467" y="85609"/>
            <a:ext cx="8198603" cy="538838"/>
          </a:xfrm>
        </p:spPr>
        <p:txBody>
          <a:bodyPr anchor="ctr">
            <a:noAutofit/>
          </a:bodyPr>
          <a:lstStyle/>
          <a:p>
            <a:pPr>
              <a:lnSpc>
                <a:spcPct val="90000"/>
              </a:lnSpc>
            </a:pPr>
            <a:r>
              <a:rPr lang="en-CA" dirty="0">
                <a:latin typeface="Georgia" panose="02040502050405020303" pitchFamily="18" charset="0"/>
              </a:rPr>
              <a:t>Membrane Electrode Assembly (MEA)</a:t>
            </a:r>
          </a:p>
        </p:txBody>
      </p:sp>
      <p:sp>
        <p:nvSpPr>
          <p:cNvPr id="3" name="Content Placeholder 2">
            <a:extLst>
              <a:ext uri="{FF2B5EF4-FFF2-40B4-BE49-F238E27FC236}">
                <a16:creationId xmlns:a16="http://schemas.microsoft.com/office/drawing/2014/main" id="{9B68494A-9B9C-8214-EB4B-B6F2C923A543}"/>
              </a:ext>
            </a:extLst>
          </p:cNvPr>
          <p:cNvSpPr>
            <a:spLocks noGrp="1"/>
          </p:cNvSpPr>
          <p:nvPr>
            <p:ph sz="quarter" idx="10"/>
          </p:nvPr>
        </p:nvSpPr>
        <p:spPr>
          <a:xfrm>
            <a:off x="381368" y="1119448"/>
            <a:ext cx="5619382" cy="4761859"/>
          </a:xfrm>
        </p:spPr>
        <p:txBody>
          <a:bodyPr>
            <a:normAutofit/>
          </a:bodyPr>
          <a:lstStyle/>
          <a:p>
            <a:pPr algn="just"/>
            <a:r>
              <a:rPr lang="en-CA" sz="1400" dirty="0">
                <a:latin typeface="Georgia" panose="02040502050405020303" pitchFamily="18" charset="0"/>
              </a:rPr>
              <a:t>The MEA is the central structure of the PEMFC, consisting of one PEM, catalyst layer, and GDL on both sides. </a:t>
            </a:r>
          </a:p>
          <a:p>
            <a:pPr algn="just"/>
            <a:r>
              <a:rPr lang="en-CA" sz="1400" dirty="0">
                <a:latin typeface="Georgia" panose="02040502050405020303" pitchFamily="18" charset="0"/>
              </a:rPr>
              <a:t>PEM transports protons and water while physically blocking reactant gases and electrons to prevent short circuits</a:t>
            </a:r>
          </a:p>
          <a:p>
            <a:pPr algn="just"/>
            <a:r>
              <a:rPr lang="en-CA" sz="1400" dirty="0" err="1">
                <a:latin typeface="Georgia" panose="02040502050405020303" pitchFamily="18" charset="0"/>
              </a:rPr>
              <a:t>Nafion</a:t>
            </a:r>
            <a:endParaRPr lang="en-CA" sz="1400" dirty="0">
              <a:latin typeface="Georgia" panose="02040502050405020303" pitchFamily="18" charset="0"/>
            </a:endParaRPr>
          </a:p>
          <a:p>
            <a:pPr lvl="1" algn="just"/>
            <a:r>
              <a:rPr lang="en-CA" sz="1400" dirty="0">
                <a:latin typeface="Georgia" panose="02040502050405020303" pitchFamily="18" charset="0"/>
              </a:rPr>
              <a:t>Hydrophobic Backbone: Teflon-like (PTFE) structure that repels water and withstands oxidative/reductive environments</a:t>
            </a:r>
          </a:p>
          <a:p>
            <a:pPr lvl="1" algn="just"/>
            <a:r>
              <a:rPr lang="en-CA" sz="1400" dirty="0">
                <a:latin typeface="Georgia" panose="02040502050405020303" pitchFamily="18" charset="0"/>
              </a:rPr>
              <a:t>Hydrophilic Side Chains: Terminate in sulfonic acid groups that attract water and allows ionic conductivity</a:t>
            </a:r>
            <a:br>
              <a:rPr lang="en-CA" sz="1400" dirty="0">
                <a:latin typeface="Georgia" panose="02040502050405020303" pitchFamily="18" charset="0"/>
              </a:rPr>
            </a:br>
            <a:endParaRPr lang="en-CA" sz="1400" dirty="0">
              <a:latin typeface="Georgia" panose="02040502050405020303" pitchFamily="18" charset="0"/>
            </a:endParaRPr>
          </a:p>
        </p:txBody>
      </p:sp>
      <p:pic>
        <p:nvPicPr>
          <p:cNvPr id="7" name="Picture 6" descr="Membrane electrode assembly - Wikipedia">
            <a:extLst>
              <a:ext uri="{FF2B5EF4-FFF2-40B4-BE49-F238E27FC236}">
                <a16:creationId xmlns:a16="http://schemas.microsoft.com/office/drawing/2014/main" id="{BBAD4563-461F-CBA4-106C-B58878B2FB49}"/>
              </a:ext>
            </a:extLst>
          </p:cNvPr>
          <p:cNvPicPr>
            <a:picLocks noChangeAspect="1"/>
          </p:cNvPicPr>
          <p:nvPr/>
        </p:nvPicPr>
        <p:blipFill>
          <a:blip r:embed="rId3"/>
          <a:stretch>
            <a:fillRect/>
          </a:stretch>
        </p:blipFill>
        <p:spPr>
          <a:xfrm>
            <a:off x="6830568" y="693281"/>
            <a:ext cx="5349240" cy="5251981"/>
          </a:xfrm>
          <a:prstGeom prst="rect">
            <a:avLst/>
          </a:prstGeom>
        </p:spPr>
      </p:pic>
    </p:spTree>
    <p:extLst>
      <p:ext uri="{BB962C8B-B14F-4D97-AF65-F5344CB8AC3E}">
        <p14:creationId xmlns:p14="http://schemas.microsoft.com/office/powerpoint/2010/main" val="394697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617ECF-BD40-6567-3584-607EB55C9298}"/>
              </a:ext>
            </a:extLst>
          </p:cNvPr>
          <p:cNvSpPr>
            <a:spLocks noGrp="1"/>
          </p:cNvSpPr>
          <p:nvPr>
            <p:ph type="body" sz="quarter" idx="11"/>
          </p:nvPr>
        </p:nvSpPr>
        <p:spPr>
          <a:xfrm>
            <a:off x="2952570" y="2245412"/>
            <a:ext cx="6286859" cy="598488"/>
          </a:xfrm>
        </p:spPr>
        <p:txBody>
          <a:bodyPr/>
          <a:lstStyle/>
          <a:p>
            <a:r>
              <a:rPr lang="en-CA" sz="2800" spc="0" dirty="0">
                <a:latin typeface="Georgia" panose="02040502050405020303" pitchFamily="18" charset="0"/>
              </a:rPr>
              <a:t>Polarization Curve</a:t>
            </a:r>
          </a:p>
        </p:txBody>
      </p:sp>
    </p:spTree>
    <p:extLst>
      <p:ext uri="{BB962C8B-B14F-4D97-AF65-F5344CB8AC3E}">
        <p14:creationId xmlns:p14="http://schemas.microsoft.com/office/powerpoint/2010/main" val="725230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6D65272-9A70-B694-165A-663313DA37B5}"/>
              </a:ext>
            </a:extLst>
          </p:cNvPr>
          <p:cNvPicPr>
            <a:picLocks noChangeAspect="1"/>
          </p:cNvPicPr>
          <p:nvPr/>
        </p:nvPicPr>
        <p:blipFill>
          <a:blip r:embed="rId3"/>
          <a:stretch>
            <a:fillRect/>
          </a:stretch>
        </p:blipFill>
        <p:spPr>
          <a:xfrm>
            <a:off x="6281408" y="0"/>
            <a:ext cx="6108291" cy="3906716"/>
          </a:xfrm>
          <a:prstGeom prst="rect">
            <a:avLst/>
          </a:prstGeom>
        </p:spPr>
      </p:pic>
      <p:pic>
        <p:nvPicPr>
          <p:cNvPr id="36" name="Picture 35">
            <a:extLst>
              <a:ext uri="{FF2B5EF4-FFF2-40B4-BE49-F238E27FC236}">
                <a16:creationId xmlns:a16="http://schemas.microsoft.com/office/drawing/2014/main" id="{0B61AC57-5672-5276-CBDC-FCF504B5CD8A}"/>
              </a:ext>
            </a:extLst>
          </p:cNvPr>
          <p:cNvPicPr>
            <a:picLocks noChangeAspect="1"/>
          </p:cNvPicPr>
          <p:nvPr/>
        </p:nvPicPr>
        <p:blipFill>
          <a:blip r:embed="rId4"/>
          <a:stretch>
            <a:fillRect/>
          </a:stretch>
        </p:blipFill>
        <p:spPr>
          <a:xfrm>
            <a:off x="2757252" y="3671324"/>
            <a:ext cx="3471902" cy="2316112"/>
          </a:xfrm>
          <a:prstGeom prst="rect">
            <a:avLst/>
          </a:prstGeom>
        </p:spPr>
      </p:pic>
      <p:pic>
        <p:nvPicPr>
          <p:cNvPr id="38" name="Picture 37">
            <a:extLst>
              <a:ext uri="{FF2B5EF4-FFF2-40B4-BE49-F238E27FC236}">
                <a16:creationId xmlns:a16="http://schemas.microsoft.com/office/drawing/2014/main" id="{15C348AD-7AB0-2F58-3B8E-A0B88A50EEF3}"/>
              </a:ext>
            </a:extLst>
          </p:cNvPr>
          <p:cNvPicPr>
            <a:picLocks noChangeAspect="1"/>
          </p:cNvPicPr>
          <p:nvPr/>
        </p:nvPicPr>
        <p:blipFill>
          <a:blip r:embed="rId5"/>
          <a:stretch>
            <a:fillRect/>
          </a:stretch>
        </p:blipFill>
        <p:spPr>
          <a:xfrm>
            <a:off x="365517" y="1073329"/>
            <a:ext cx="3223539" cy="281964"/>
          </a:xfrm>
          <a:prstGeom prst="rect">
            <a:avLst/>
          </a:prstGeom>
        </p:spPr>
      </p:pic>
      <p:pic>
        <p:nvPicPr>
          <p:cNvPr id="40" name="Picture 39">
            <a:extLst>
              <a:ext uri="{FF2B5EF4-FFF2-40B4-BE49-F238E27FC236}">
                <a16:creationId xmlns:a16="http://schemas.microsoft.com/office/drawing/2014/main" id="{9CDAA710-5526-2EBC-53FF-1AE808A57CC9}"/>
              </a:ext>
            </a:extLst>
          </p:cNvPr>
          <p:cNvPicPr>
            <a:picLocks noChangeAspect="1"/>
          </p:cNvPicPr>
          <p:nvPr/>
        </p:nvPicPr>
        <p:blipFill>
          <a:blip r:embed="rId6"/>
          <a:stretch>
            <a:fillRect/>
          </a:stretch>
        </p:blipFill>
        <p:spPr>
          <a:xfrm>
            <a:off x="365517" y="1363499"/>
            <a:ext cx="5273497" cy="480102"/>
          </a:xfrm>
          <a:prstGeom prst="rect">
            <a:avLst/>
          </a:prstGeom>
        </p:spPr>
      </p:pic>
      <p:pic>
        <p:nvPicPr>
          <p:cNvPr id="42" name="Picture 41">
            <a:extLst>
              <a:ext uri="{FF2B5EF4-FFF2-40B4-BE49-F238E27FC236}">
                <a16:creationId xmlns:a16="http://schemas.microsoft.com/office/drawing/2014/main" id="{1EC5F73F-0F4C-74AC-9058-8EB00B5CAA43}"/>
              </a:ext>
            </a:extLst>
          </p:cNvPr>
          <p:cNvPicPr>
            <a:picLocks noChangeAspect="1"/>
          </p:cNvPicPr>
          <p:nvPr/>
        </p:nvPicPr>
        <p:blipFill>
          <a:blip r:embed="rId7"/>
          <a:stretch>
            <a:fillRect/>
          </a:stretch>
        </p:blipFill>
        <p:spPr>
          <a:xfrm>
            <a:off x="365517" y="1854745"/>
            <a:ext cx="5303980" cy="624894"/>
          </a:xfrm>
          <a:prstGeom prst="rect">
            <a:avLst/>
          </a:prstGeom>
        </p:spPr>
      </p:pic>
      <p:pic>
        <p:nvPicPr>
          <p:cNvPr id="44" name="Picture 43">
            <a:extLst>
              <a:ext uri="{FF2B5EF4-FFF2-40B4-BE49-F238E27FC236}">
                <a16:creationId xmlns:a16="http://schemas.microsoft.com/office/drawing/2014/main" id="{A1D26149-9C4C-EA8F-87CC-D9985D1212B2}"/>
              </a:ext>
            </a:extLst>
          </p:cNvPr>
          <p:cNvPicPr>
            <a:picLocks noChangeAspect="1"/>
          </p:cNvPicPr>
          <p:nvPr/>
        </p:nvPicPr>
        <p:blipFill>
          <a:blip r:embed="rId8"/>
          <a:stretch>
            <a:fillRect/>
          </a:stretch>
        </p:blipFill>
        <p:spPr>
          <a:xfrm>
            <a:off x="366433" y="2494465"/>
            <a:ext cx="4366638" cy="571550"/>
          </a:xfrm>
          <a:prstGeom prst="rect">
            <a:avLst/>
          </a:prstGeom>
        </p:spPr>
      </p:pic>
      <p:pic>
        <p:nvPicPr>
          <p:cNvPr id="46" name="Picture 45">
            <a:extLst>
              <a:ext uri="{FF2B5EF4-FFF2-40B4-BE49-F238E27FC236}">
                <a16:creationId xmlns:a16="http://schemas.microsoft.com/office/drawing/2014/main" id="{38A5001A-0353-C3F2-29D5-75EFEEC01878}"/>
              </a:ext>
            </a:extLst>
          </p:cNvPr>
          <p:cNvPicPr>
            <a:picLocks noChangeAspect="1"/>
          </p:cNvPicPr>
          <p:nvPr/>
        </p:nvPicPr>
        <p:blipFill>
          <a:blip r:embed="rId9"/>
          <a:stretch>
            <a:fillRect/>
          </a:stretch>
        </p:blipFill>
        <p:spPr>
          <a:xfrm>
            <a:off x="365517" y="3055338"/>
            <a:ext cx="3932261" cy="586791"/>
          </a:xfrm>
          <a:prstGeom prst="rect">
            <a:avLst/>
          </a:prstGeom>
        </p:spPr>
      </p:pic>
      <p:pic>
        <p:nvPicPr>
          <p:cNvPr id="48" name="Picture 47">
            <a:extLst>
              <a:ext uri="{FF2B5EF4-FFF2-40B4-BE49-F238E27FC236}">
                <a16:creationId xmlns:a16="http://schemas.microsoft.com/office/drawing/2014/main" id="{E6EB2E4A-E435-FC1E-DBD3-D5944A9A533C}"/>
              </a:ext>
            </a:extLst>
          </p:cNvPr>
          <p:cNvPicPr>
            <a:picLocks noChangeAspect="1"/>
          </p:cNvPicPr>
          <p:nvPr/>
        </p:nvPicPr>
        <p:blipFill>
          <a:blip r:embed="rId10"/>
          <a:stretch>
            <a:fillRect/>
          </a:stretch>
        </p:blipFill>
        <p:spPr>
          <a:xfrm>
            <a:off x="374838" y="3650423"/>
            <a:ext cx="1882303" cy="312447"/>
          </a:xfrm>
          <a:prstGeom prst="rect">
            <a:avLst/>
          </a:prstGeom>
        </p:spPr>
      </p:pic>
      <p:pic>
        <p:nvPicPr>
          <p:cNvPr id="50" name="Picture 49">
            <a:extLst>
              <a:ext uri="{FF2B5EF4-FFF2-40B4-BE49-F238E27FC236}">
                <a16:creationId xmlns:a16="http://schemas.microsoft.com/office/drawing/2014/main" id="{75FAED99-6DF2-5665-8BEA-39CAFA866039}"/>
              </a:ext>
            </a:extLst>
          </p:cNvPr>
          <p:cNvPicPr>
            <a:picLocks noChangeAspect="1"/>
          </p:cNvPicPr>
          <p:nvPr/>
        </p:nvPicPr>
        <p:blipFill>
          <a:blip r:embed="rId11"/>
          <a:stretch>
            <a:fillRect/>
          </a:stretch>
        </p:blipFill>
        <p:spPr>
          <a:xfrm>
            <a:off x="374838" y="3922799"/>
            <a:ext cx="2347163" cy="624894"/>
          </a:xfrm>
          <a:prstGeom prst="rect">
            <a:avLst/>
          </a:prstGeom>
        </p:spPr>
      </p:pic>
      <p:pic>
        <p:nvPicPr>
          <p:cNvPr id="52" name="Picture 51">
            <a:extLst>
              <a:ext uri="{FF2B5EF4-FFF2-40B4-BE49-F238E27FC236}">
                <a16:creationId xmlns:a16="http://schemas.microsoft.com/office/drawing/2014/main" id="{309B531E-6943-199B-6612-73F335B58A3D}"/>
              </a:ext>
            </a:extLst>
          </p:cNvPr>
          <p:cNvPicPr>
            <a:picLocks noChangeAspect="1"/>
          </p:cNvPicPr>
          <p:nvPr/>
        </p:nvPicPr>
        <p:blipFill>
          <a:blip r:embed="rId12"/>
          <a:stretch>
            <a:fillRect/>
          </a:stretch>
        </p:blipFill>
        <p:spPr>
          <a:xfrm>
            <a:off x="4785500" y="3277425"/>
            <a:ext cx="853514" cy="160034"/>
          </a:xfrm>
          <a:prstGeom prst="rect">
            <a:avLst/>
          </a:prstGeom>
        </p:spPr>
      </p:pic>
      <p:pic>
        <p:nvPicPr>
          <p:cNvPr id="3" name="Picture 2">
            <a:extLst>
              <a:ext uri="{FF2B5EF4-FFF2-40B4-BE49-F238E27FC236}">
                <a16:creationId xmlns:a16="http://schemas.microsoft.com/office/drawing/2014/main" id="{7CDE7645-71F0-DCD7-66B9-FAB5A64F882F}"/>
              </a:ext>
            </a:extLst>
          </p:cNvPr>
          <p:cNvPicPr>
            <a:picLocks noChangeAspect="1"/>
          </p:cNvPicPr>
          <p:nvPr/>
        </p:nvPicPr>
        <p:blipFill>
          <a:blip r:embed="rId13"/>
          <a:stretch>
            <a:fillRect/>
          </a:stretch>
        </p:blipFill>
        <p:spPr>
          <a:xfrm>
            <a:off x="6729266" y="3779520"/>
            <a:ext cx="4230436" cy="3185221"/>
          </a:xfrm>
          <a:prstGeom prst="rect">
            <a:avLst/>
          </a:prstGeom>
        </p:spPr>
      </p:pic>
      <p:pic>
        <p:nvPicPr>
          <p:cNvPr id="5" name="Picture 4">
            <a:extLst>
              <a:ext uri="{FF2B5EF4-FFF2-40B4-BE49-F238E27FC236}">
                <a16:creationId xmlns:a16="http://schemas.microsoft.com/office/drawing/2014/main" id="{02BADA25-09DD-0FD8-7656-65CADC59E7A5}"/>
              </a:ext>
            </a:extLst>
          </p:cNvPr>
          <p:cNvPicPr>
            <a:picLocks noChangeAspect="1"/>
          </p:cNvPicPr>
          <p:nvPr/>
        </p:nvPicPr>
        <p:blipFill>
          <a:blip r:embed="rId14"/>
          <a:stretch>
            <a:fillRect/>
          </a:stretch>
        </p:blipFill>
        <p:spPr>
          <a:xfrm>
            <a:off x="374837" y="4575829"/>
            <a:ext cx="1520409" cy="1531041"/>
          </a:xfrm>
          <a:prstGeom prst="rect">
            <a:avLst/>
          </a:prstGeom>
        </p:spPr>
      </p:pic>
    </p:spTree>
    <p:extLst>
      <p:ext uri="{BB962C8B-B14F-4D97-AF65-F5344CB8AC3E}">
        <p14:creationId xmlns:p14="http://schemas.microsoft.com/office/powerpoint/2010/main" val="78415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DEA67B-CF5E-EDE4-1A0E-A0E92BA7AF4D}"/>
              </a:ext>
            </a:extLst>
          </p:cNvPr>
          <p:cNvSpPr>
            <a:spLocks noGrp="1"/>
          </p:cNvSpPr>
          <p:nvPr>
            <p:ph type="body" sz="quarter" idx="11"/>
          </p:nvPr>
        </p:nvSpPr>
        <p:spPr>
          <a:xfrm>
            <a:off x="2952570" y="1977885"/>
            <a:ext cx="6286859" cy="1074735"/>
          </a:xfrm>
        </p:spPr>
        <p:txBody>
          <a:bodyPr/>
          <a:lstStyle/>
          <a:p>
            <a:r>
              <a:rPr lang="en-CA" sz="2800" spc="0" dirty="0">
                <a:latin typeface="Georgia" panose="02040502050405020303" pitchFamily="18" charset="0"/>
              </a:rPr>
              <a:t>Lit. Review &amp; Current R&amp;D</a:t>
            </a:r>
          </a:p>
        </p:txBody>
      </p:sp>
    </p:spTree>
    <p:extLst>
      <p:ext uri="{BB962C8B-B14F-4D97-AF65-F5344CB8AC3E}">
        <p14:creationId xmlns:p14="http://schemas.microsoft.com/office/powerpoint/2010/main" val="1893923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2F96-FE36-87E1-CE39-8D2632AC261A}"/>
              </a:ext>
            </a:extLst>
          </p:cNvPr>
          <p:cNvSpPr>
            <a:spLocks noGrp="1"/>
          </p:cNvSpPr>
          <p:nvPr>
            <p:ph type="title"/>
          </p:nvPr>
        </p:nvSpPr>
        <p:spPr/>
        <p:txBody>
          <a:bodyPr>
            <a:normAutofit fontScale="90000"/>
          </a:bodyPr>
          <a:lstStyle/>
          <a:p>
            <a:r>
              <a:rPr lang="en-CA" dirty="0"/>
              <a:t>Article Review</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406F701A-4963-23F1-E565-11920326B903}"/>
                  </a:ext>
                </a:extLst>
              </p:cNvPr>
              <p:cNvSpPr>
                <a:spLocks noGrp="1"/>
              </p:cNvSpPr>
              <p:nvPr>
                <p:ph sz="quarter" idx="10"/>
              </p:nvPr>
            </p:nvSpPr>
            <p:spPr>
              <a:xfrm>
                <a:off x="381368" y="1034104"/>
                <a:ext cx="3722332" cy="4761859"/>
              </a:xfrm>
            </p:spPr>
            <p:txBody>
              <a:bodyPr>
                <a:noAutofit/>
              </a:bodyPr>
              <a:lstStyle/>
              <a:p>
                <a:pPr algn="just"/>
                <a:r>
                  <a:rPr lang="en-CA" sz="1400" dirty="0">
                    <a:latin typeface="Georgia" panose="02040502050405020303" pitchFamily="18" charset="0"/>
                  </a:rPr>
                  <a:t>Lower Pt loading forces remaining active sites to handle extreme </a:t>
                </a:r>
                <a14:m>
                  <m:oMath xmlns:m="http://schemas.openxmlformats.org/officeDocument/2006/math">
                    <m:sSub>
                      <m:sSubPr>
                        <m:ctrlPr>
                          <a:rPr lang="en-CA" sz="1400" i="1">
                            <a:latin typeface="Cambria Math" panose="02040503050406030204" pitchFamily="18" charset="0"/>
                          </a:rPr>
                        </m:ctrlPr>
                      </m:sSubPr>
                      <m:e>
                        <m:r>
                          <a:rPr lang="en-CA" sz="1400" i="1">
                            <a:latin typeface="Cambria Math" panose="02040503050406030204" pitchFamily="18" charset="0"/>
                          </a:rPr>
                          <m:t>𝑂</m:t>
                        </m:r>
                      </m:e>
                      <m:sub>
                        <m:r>
                          <a:rPr lang="en-CA" sz="1400">
                            <a:latin typeface="Cambria Math" panose="02040503050406030204" pitchFamily="18" charset="0"/>
                          </a:rPr>
                          <m:t>2</m:t>
                        </m:r>
                      </m:sub>
                    </m:sSub>
                  </m:oMath>
                </a14:m>
                <a:r>
                  <a:rPr lang="en-CA" sz="1400" dirty="0">
                    <a:latin typeface="Georgia" panose="02040502050405020303" pitchFamily="18" charset="0"/>
                  </a:rPr>
                  <a:t> flux, causing severe transport resistance and uneven </a:t>
                </a:r>
                <a:r>
                  <a:rPr lang="en-CA" sz="1400" dirty="0" err="1">
                    <a:latin typeface="Georgia" panose="02040502050405020303" pitchFamily="18" charset="0"/>
                  </a:rPr>
                  <a:t>Nafion</a:t>
                </a:r>
                <a:r>
                  <a:rPr lang="en-CA" sz="1400" dirty="0">
                    <a:latin typeface="Georgia" panose="02040502050405020303" pitchFamily="18" charset="0"/>
                  </a:rPr>
                  <a:t> hydration.</a:t>
                </a:r>
              </a:p>
              <a:p>
                <a:pPr algn="just"/>
                <a:r>
                  <a:rPr lang="en-US" sz="1400" dirty="0">
                    <a:latin typeface="Georgia" panose="02040502050405020303" pitchFamily="18" charset="0"/>
                  </a:rPr>
                  <a:t>Ionic Liquids act as an "oxygen sponge" and penetrate carbon micropores to reach trapped Pt nanoparticles that bulky </a:t>
                </a:r>
                <a:r>
                  <a:rPr lang="en-US" sz="1400" dirty="0" err="1">
                    <a:latin typeface="Georgia" panose="02040502050405020303" pitchFamily="18" charset="0"/>
                  </a:rPr>
                  <a:t>Nafion</a:t>
                </a:r>
                <a:r>
                  <a:rPr lang="en-US" sz="1400" dirty="0">
                    <a:latin typeface="Georgia" panose="02040502050405020303" pitchFamily="18" charset="0"/>
                  </a:rPr>
                  <a:t> cannot access.</a:t>
                </a:r>
              </a:p>
              <a:p>
                <a:pPr algn="just"/>
                <a:r>
                  <a:rPr lang="en-CA" sz="1400" dirty="0">
                    <a:latin typeface="Georgia" panose="02040502050405020303" pitchFamily="18" charset="0"/>
                  </a:rPr>
                  <a:t>For commercial 60% Pt/C catalysts, a 7% IL modification maximizes power performance</a:t>
                </a:r>
              </a:p>
              <a:p>
                <a:pPr algn="just"/>
                <a:r>
                  <a:rPr lang="en-US" sz="1400" dirty="0">
                    <a:latin typeface="Georgia" panose="02040502050405020303" pitchFamily="18" charset="0"/>
                  </a:rPr>
                  <a:t>ILs rapidly repels generated water, preventing local "flash floods" at the active sites</a:t>
                </a:r>
                <a:endParaRPr lang="en-CA" sz="1400" dirty="0">
                  <a:latin typeface="Georgia" panose="02040502050405020303" pitchFamily="18" charset="0"/>
                </a:endParaRPr>
              </a:p>
            </p:txBody>
          </p:sp>
        </mc:Choice>
        <mc:Fallback xmlns="">
          <p:sp>
            <p:nvSpPr>
              <p:cNvPr id="8" name="Content Placeholder 7">
                <a:extLst>
                  <a:ext uri="{FF2B5EF4-FFF2-40B4-BE49-F238E27FC236}">
                    <a16:creationId xmlns:a16="http://schemas.microsoft.com/office/drawing/2014/main" id="{406F701A-4963-23F1-E565-11920326B903}"/>
                  </a:ext>
                </a:extLst>
              </p:cNvPr>
              <p:cNvSpPr>
                <a:spLocks noGrp="1" noRot="1" noChangeAspect="1" noMove="1" noResize="1" noEditPoints="1" noAdjustHandles="1" noChangeArrowheads="1" noChangeShapeType="1" noTextEdit="1"/>
              </p:cNvSpPr>
              <p:nvPr>
                <p:ph sz="quarter" idx="10"/>
              </p:nvPr>
            </p:nvSpPr>
            <p:spPr>
              <a:xfrm>
                <a:off x="381368" y="1034104"/>
                <a:ext cx="3722332" cy="4761859"/>
              </a:xfrm>
              <a:blipFill>
                <a:blip r:embed="rId3"/>
                <a:stretch>
                  <a:fillRect r="-492"/>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F056EB5A-42D9-A28C-6D87-9DE8852176D6}"/>
              </a:ext>
            </a:extLst>
          </p:cNvPr>
          <p:cNvPicPr>
            <a:picLocks noChangeAspect="1"/>
          </p:cNvPicPr>
          <p:nvPr/>
        </p:nvPicPr>
        <p:blipFill>
          <a:blip r:embed="rId4"/>
          <a:stretch>
            <a:fillRect/>
          </a:stretch>
        </p:blipFill>
        <p:spPr>
          <a:xfrm>
            <a:off x="8160957" y="699029"/>
            <a:ext cx="4031043" cy="5372853"/>
          </a:xfrm>
          <a:prstGeom prst="rect">
            <a:avLst/>
          </a:prstGeom>
        </p:spPr>
      </p:pic>
      <p:pic>
        <p:nvPicPr>
          <p:cNvPr id="12" name="Picture 11">
            <a:extLst>
              <a:ext uri="{FF2B5EF4-FFF2-40B4-BE49-F238E27FC236}">
                <a16:creationId xmlns:a16="http://schemas.microsoft.com/office/drawing/2014/main" id="{8AF9EABC-35BF-C34B-902B-8E664307607E}"/>
              </a:ext>
            </a:extLst>
          </p:cNvPr>
          <p:cNvPicPr>
            <a:picLocks noChangeAspect="1"/>
          </p:cNvPicPr>
          <p:nvPr/>
        </p:nvPicPr>
        <p:blipFill>
          <a:blip r:embed="rId5"/>
          <a:stretch>
            <a:fillRect/>
          </a:stretch>
        </p:blipFill>
        <p:spPr>
          <a:xfrm>
            <a:off x="4438625" y="694889"/>
            <a:ext cx="3722332" cy="5372854"/>
          </a:xfrm>
          <a:prstGeom prst="rect">
            <a:avLst/>
          </a:prstGeom>
        </p:spPr>
      </p:pic>
    </p:spTree>
    <p:extLst>
      <p:ext uri="{BB962C8B-B14F-4D97-AF65-F5344CB8AC3E}">
        <p14:creationId xmlns:p14="http://schemas.microsoft.com/office/powerpoint/2010/main" val="291376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C93747-D9FA-1255-44F5-AC012138D3FA}"/>
              </a:ext>
            </a:extLst>
          </p:cNvPr>
          <p:cNvSpPr>
            <a:spLocks noGrp="1"/>
          </p:cNvSpPr>
          <p:nvPr>
            <p:ph type="body" sz="quarter" idx="11"/>
          </p:nvPr>
        </p:nvSpPr>
        <p:spPr>
          <a:xfrm>
            <a:off x="2952570" y="2245412"/>
            <a:ext cx="6286859" cy="598488"/>
          </a:xfrm>
        </p:spPr>
        <p:txBody>
          <a:bodyPr/>
          <a:lstStyle/>
          <a:p>
            <a:r>
              <a:rPr lang="en-US" altLang="zh-CN" sz="3600" spc="0" dirty="0"/>
              <a:t>E</a:t>
            </a:r>
            <a:r>
              <a:rPr lang="en-CA" sz="3600" spc="0" dirty="0" err="1"/>
              <a:t>xperimentation</a:t>
            </a:r>
            <a:endParaRPr lang="en-CA" sz="3600" spc="0" dirty="0"/>
          </a:p>
        </p:txBody>
      </p:sp>
    </p:spTree>
    <p:extLst>
      <p:ext uri="{BB962C8B-B14F-4D97-AF65-F5344CB8AC3E}">
        <p14:creationId xmlns:p14="http://schemas.microsoft.com/office/powerpoint/2010/main" val="250460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DF293E-31F6-8538-D449-3B016AA9D15A}"/>
              </a:ext>
            </a:extLst>
          </p:cNvPr>
          <p:cNvSpPr>
            <a:spLocks noGrp="1"/>
          </p:cNvSpPr>
          <p:nvPr>
            <p:ph sz="quarter" idx="11"/>
          </p:nvPr>
        </p:nvSpPr>
        <p:spPr/>
        <p:txBody>
          <a:bodyPr/>
          <a:lstStyle/>
          <a:p>
            <a:endParaRPr lang="en-CA"/>
          </a:p>
        </p:txBody>
      </p:sp>
      <p:sp>
        <p:nvSpPr>
          <p:cNvPr id="4" name="Text Placeholder 3">
            <a:extLst>
              <a:ext uri="{FF2B5EF4-FFF2-40B4-BE49-F238E27FC236}">
                <a16:creationId xmlns:a16="http://schemas.microsoft.com/office/drawing/2014/main" id="{1AB0E8D8-DD81-4843-945C-DD84FBB866D0}"/>
              </a:ext>
            </a:extLst>
          </p:cNvPr>
          <p:cNvSpPr>
            <a:spLocks noGrp="1"/>
          </p:cNvSpPr>
          <p:nvPr>
            <p:ph type="body" sz="quarter" idx="12"/>
          </p:nvPr>
        </p:nvSpPr>
        <p:spPr/>
        <p:txBody>
          <a:bodyPr/>
          <a:lstStyle/>
          <a:p>
            <a:endParaRPr lang="en-CA"/>
          </a:p>
        </p:txBody>
      </p:sp>
      <p:sp>
        <p:nvSpPr>
          <p:cNvPr id="5" name="Title 4">
            <a:extLst>
              <a:ext uri="{FF2B5EF4-FFF2-40B4-BE49-F238E27FC236}">
                <a16:creationId xmlns:a16="http://schemas.microsoft.com/office/drawing/2014/main" id="{0DC8FA0E-B5C0-3358-F806-CDE8A8C32B6C}"/>
              </a:ext>
            </a:extLst>
          </p:cNvPr>
          <p:cNvSpPr>
            <a:spLocks noGrp="1"/>
          </p:cNvSpPr>
          <p:nvPr>
            <p:ph type="title"/>
          </p:nvPr>
        </p:nvSpPr>
        <p:spPr/>
        <p:txBody>
          <a:bodyPr/>
          <a:lstStyle/>
          <a:p>
            <a:endParaRPr lang="en-CA"/>
          </a:p>
        </p:txBody>
      </p:sp>
      <p:pic>
        <p:nvPicPr>
          <p:cNvPr id="6" name="Picture 5">
            <a:extLst>
              <a:ext uri="{FF2B5EF4-FFF2-40B4-BE49-F238E27FC236}">
                <a16:creationId xmlns:a16="http://schemas.microsoft.com/office/drawing/2014/main" id="{A3E3A392-2610-7C42-25ED-B8E5A6B09873}"/>
              </a:ext>
            </a:extLst>
          </p:cNvPr>
          <p:cNvPicPr>
            <a:picLocks noChangeAspect="1"/>
          </p:cNvPicPr>
          <p:nvPr/>
        </p:nvPicPr>
        <p:blipFill>
          <a:blip r:embed="rId3"/>
          <a:stretch>
            <a:fillRect/>
          </a:stretch>
        </p:blipFill>
        <p:spPr>
          <a:xfrm>
            <a:off x="271658" y="83374"/>
            <a:ext cx="2590724" cy="3464519"/>
          </a:xfrm>
          <a:prstGeom prst="rect">
            <a:avLst/>
          </a:prstGeom>
        </p:spPr>
      </p:pic>
      <p:pic>
        <p:nvPicPr>
          <p:cNvPr id="12" name="Picture 11">
            <a:extLst>
              <a:ext uri="{FF2B5EF4-FFF2-40B4-BE49-F238E27FC236}">
                <a16:creationId xmlns:a16="http://schemas.microsoft.com/office/drawing/2014/main" id="{DBFDD271-28CD-E0A0-AAEF-AA98AB289B2C}"/>
              </a:ext>
            </a:extLst>
          </p:cNvPr>
          <p:cNvPicPr>
            <a:picLocks noChangeAspect="1"/>
          </p:cNvPicPr>
          <p:nvPr/>
        </p:nvPicPr>
        <p:blipFill>
          <a:blip r:embed="rId4"/>
          <a:stretch>
            <a:fillRect/>
          </a:stretch>
        </p:blipFill>
        <p:spPr>
          <a:xfrm>
            <a:off x="2069061" y="3547893"/>
            <a:ext cx="2282362" cy="1971291"/>
          </a:xfrm>
          <a:prstGeom prst="rect">
            <a:avLst/>
          </a:prstGeom>
        </p:spPr>
      </p:pic>
      <p:pic>
        <p:nvPicPr>
          <p:cNvPr id="16" name="Picture 15">
            <a:extLst>
              <a:ext uri="{FF2B5EF4-FFF2-40B4-BE49-F238E27FC236}">
                <a16:creationId xmlns:a16="http://schemas.microsoft.com/office/drawing/2014/main" id="{0421A388-0355-6761-6116-4B4F3B0F6C63}"/>
              </a:ext>
            </a:extLst>
          </p:cNvPr>
          <p:cNvPicPr>
            <a:picLocks noChangeAspect="1"/>
          </p:cNvPicPr>
          <p:nvPr/>
        </p:nvPicPr>
        <p:blipFill>
          <a:blip r:embed="rId5"/>
          <a:stretch>
            <a:fillRect/>
          </a:stretch>
        </p:blipFill>
        <p:spPr>
          <a:xfrm>
            <a:off x="2862382" y="81196"/>
            <a:ext cx="1889913" cy="2521421"/>
          </a:xfrm>
          <a:prstGeom prst="rect">
            <a:avLst/>
          </a:prstGeom>
        </p:spPr>
      </p:pic>
      <p:pic>
        <p:nvPicPr>
          <p:cNvPr id="18" name="Picture 17">
            <a:extLst>
              <a:ext uri="{FF2B5EF4-FFF2-40B4-BE49-F238E27FC236}">
                <a16:creationId xmlns:a16="http://schemas.microsoft.com/office/drawing/2014/main" id="{DFC214EA-CC65-5A95-4C1A-138D20635575}"/>
              </a:ext>
            </a:extLst>
          </p:cNvPr>
          <p:cNvPicPr>
            <a:picLocks noChangeAspect="1"/>
          </p:cNvPicPr>
          <p:nvPr/>
        </p:nvPicPr>
        <p:blipFill>
          <a:blip r:embed="rId6"/>
          <a:stretch>
            <a:fillRect/>
          </a:stretch>
        </p:blipFill>
        <p:spPr>
          <a:xfrm>
            <a:off x="7564479" y="523543"/>
            <a:ext cx="2817879" cy="3759465"/>
          </a:xfrm>
          <a:prstGeom prst="rect">
            <a:avLst/>
          </a:prstGeom>
        </p:spPr>
      </p:pic>
      <p:pic>
        <p:nvPicPr>
          <p:cNvPr id="20" name="Picture 19">
            <a:extLst>
              <a:ext uri="{FF2B5EF4-FFF2-40B4-BE49-F238E27FC236}">
                <a16:creationId xmlns:a16="http://schemas.microsoft.com/office/drawing/2014/main" id="{7EFBAA11-4359-9C9D-1BFB-E0C0E32F1EF8}"/>
              </a:ext>
            </a:extLst>
          </p:cNvPr>
          <p:cNvPicPr>
            <a:picLocks noChangeAspect="1"/>
          </p:cNvPicPr>
          <p:nvPr/>
        </p:nvPicPr>
        <p:blipFill>
          <a:blip r:embed="rId7"/>
          <a:stretch>
            <a:fillRect/>
          </a:stretch>
        </p:blipFill>
        <p:spPr>
          <a:xfrm>
            <a:off x="10382358" y="3407336"/>
            <a:ext cx="1809642" cy="2414327"/>
          </a:xfrm>
          <a:prstGeom prst="rect">
            <a:avLst/>
          </a:prstGeom>
        </p:spPr>
      </p:pic>
      <p:pic>
        <p:nvPicPr>
          <p:cNvPr id="22" name="Picture 21">
            <a:extLst>
              <a:ext uri="{FF2B5EF4-FFF2-40B4-BE49-F238E27FC236}">
                <a16:creationId xmlns:a16="http://schemas.microsoft.com/office/drawing/2014/main" id="{DA6B3B38-DCE7-0C43-1B3D-4B45321C1BFA}"/>
              </a:ext>
            </a:extLst>
          </p:cNvPr>
          <p:cNvPicPr>
            <a:picLocks noChangeAspect="1"/>
          </p:cNvPicPr>
          <p:nvPr/>
        </p:nvPicPr>
        <p:blipFill>
          <a:blip r:embed="rId8"/>
          <a:stretch>
            <a:fillRect/>
          </a:stretch>
        </p:blipFill>
        <p:spPr>
          <a:xfrm>
            <a:off x="4377586" y="2558742"/>
            <a:ext cx="3186893" cy="4251781"/>
          </a:xfrm>
          <a:prstGeom prst="rect">
            <a:avLst/>
          </a:prstGeom>
        </p:spPr>
      </p:pic>
      <p:pic>
        <p:nvPicPr>
          <p:cNvPr id="24" name="Picture 23">
            <a:extLst>
              <a:ext uri="{FF2B5EF4-FFF2-40B4-BE49-F238E27FC236}">
                <a16:creationId xmlns:a16="http://schemas.microsoft.com/office/drawing/2014/main" id="{0F6EF76F-145C-B25B-29DA-8D4FD3556D6C}"/>
              </a:ext>
            </a:extLst>
          </p:cNvPr>
          <p:cNvPicPr>
            <a:picLocks noChangeAspect="1"/>
          </p:cNvPicPr>
          <p:nvPr/>
        </p:nvPicPr>
        <p:blipFill>
          <a:blip r:embed="rId9"/>
          <a:stretch>
            <a:fillRect/>
          </a:stretch>
        </p:blipFill>
        <p:spPr>
          <a:xfrm>
            <a:off x="0" y="3515853"/>
            <a:ext cx="2114603" cy="1670132"/>
          </a:xfrm>
          <a:prstGeom prst="rect">
            <a:avLst/>
          </a:prstGeom>
        </p:spPr>
      </p:pic>
      <p:pic>
        <p:nvPicPr>
          <p:cNvPr id="26" name="Picture 25">
            <a:extLst>
              <a:ext uri="{FF2B5EF4-FFF2-40B4-BE49-F238E27FC236}">
                <a16:creationId xmlns:a16="http://schemas.microsoft.com/office/drawing/2014/main" id="{8AC89D7B-E543-1838-26BE-D1C9E95FEA38}"/>
              </a:ext>
            </a:extLst>
          </p:cNvPr>
          <p:cNvPicPr>
            <a:picLocks noChangeAspect="1"/>
          </p:cNvPicPr>
          <p:nvPr/>
        </p:nvPicPr>
        <p:blipFill>
          <a:blip r:embed="rId10"/>
          <a:stretch>
            <a:fillRect/>
          </a:stretch>
        </p:blipFill>
        <p:spPr>
          <a:xfrm>
            <a:off x="6246558" y="214343"/>
            <a:ext cx="1317921" cy="2344399"/>
          </a:xfrm>
          <a:prstGeom prst="rect">
            <a:avLst/>
          </a:prstGeom>
        </p:spPr>
      </p:pic>
      <p:pic>
        <p:nvPicPr>
          <p:cNvPr id="28" name="Picture 27">
            <a:extLst>
              <a:ext uri="{FF2B5EF4-FFF2-40B4-BE49-F238E27FC236}">
                <a16:creationId xmlns:a16="http://schemas.microsoft.com/office/drawing/2014/main" id="{3099962E-1EA6-7773-3985-E1C86338E34C}"/>
              </a:ext>
            </a:extLst>
          </p:cNvPr>
          <p:cNvPicPr>
            <a:picLocks noChangeAspect="1"/>
          </p:cNvPicPr>
          <p:nvPr/>
        </p:nvPicPr>
        <p:blipFill>
          <a:blip r:embed="rId11"/>
          <a:stretch>
            <a:fillRect/>
          </a:stretch>
        </p:blipFill>
        <p:spPr>
          <a:xfrm>
            <a:off x="7564479" y="4253977"/>
            <a:ext cx="1494233" cy="1993525"/>
          </a:xfrm>
          <a:prstGeom prst="rect">
            <a:avLst/>
          </a:prstGeom>
        </p:spPr>
      </p:pic>
      <p:sp>
        <p:nvSpPr>
          <p:cNvPr id="7" name="Picture Placeholder 6">
            <a:extLst>
              <a:ext uri="{FF2B5EF4-FFF2-40B4-BE49-F238E27FC236}">
                <a16:creationId xmlns:a16="http://schemas.microsoft.com/office/drawing/2014/main" id="{0372E240-E1C8-6736-311B-C51745635418}"/>
              </a:ext>
            </a:extLst>
          </p:cNvPr>
          <p:cNvSpPr>
            <a:spLocks noGrp="1"/>
          </p:cNvSpPr>
          <p:nvPr>
            <p:ph type="pic" sz="quarter" idx="10"/>
          </p:nvPr>
        </p:nvSpPr>
        <p:spPr/>
        <p:txBody>
          <a:bodyPr/>
          <a:lstStyle/>
          <a:p>
            <a:endParaRPr lang="en-CA"/>
          </a:p>
        </p:txBody>
      </p:sp>
    </p:spTree>
    <p:extLst>
      <p:ext uri="{BB962C8B-B14F-4D97-AF65-F5344CB8AC3E}">
        <p14:creationId xmlns:p14="http://schemas.microsoft.com/office/powerpoint/2010/main" val="255139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THEME" val="78c8f87c-62e1-4241-a275-173841f12d59"/>
</p:tagLst>
</file>

<file path=ppt/theme/theme1.xml><?xml version="1.0" encoding="utf-8"?>
<a:theme xmlns:a="http://schemas.openxmlformats.org/drawingml/2006/main" name="自定义设计方案">
  <a:themeElements>
    <a:clrScheme name="SJTU-2021">
      <a:dk1>
        <a:srgbClr val="000000"/>
      </a:dk1>
      <a:lt1>
        <a:srgbClr val="FFFFFF"/>
      </a:lt1>
      <a:dk2>
        <a:srgbClr val="C8161E"/>
      </a:dk2>
      <a:lt2>
        <a:srgbClr val="DBDBDB"/>
      </a:lt2>
      <a:accent1>
        <a:srgbClr val="0051EB"/>
      </a:accent1>
      <a:accent2>
        <a:srgbClr val="44546A"/>
      </a:accent2>
      <a:accent3>
        <a:srgbClr val="1F4D78"/>
      </a:accent3>
      <a:accent4>
        <a:srgbClr val="ED7D31"/>
      </a:accent4>
      <a:accent5>
        <a:srgbClr val="FFC000"/>
      </a:accent5>
      <a:accent6>
        <a:srgbClr val="A5A5A5"/>
      </a:accent6>
      <a:hlink>
        <a:srgbClr val="196E7D"/>
      </a:hlink>
      <a:folHlink>
        <a:srgbClr val="BEBEBE"/>
      </a:folHlink>
    </a:clrScheme>
    <a:fontScheme name="鸿蒙">
      <a:majorFont>
        <a:latin typeface="Segoe UI"/>
        <a:ea typeface="HarmonyOS Sans SC Black"/>
        <a:cs typeface=""/>
      </a:majorFont>
      <a:minorFont>
        <a:latin typeface="Segoe UI"/>
        <a:ea typeface="HarmonyOS Sans SC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ysClr val="window" lastClr="FFFFFF"/>
        </a:solidFill>
        <a:ln w="12700" cap="flat" cmpd="sng" algn="ctr">
          <a:noFill/>
          <a:prstDash val="solid"/>
          <a:miter lim="800000"/>
        </a:ln>
        <a:effectLst/>
      </a:spPr>
      <a:bodyPr rtlCol="0" anchor="ctr"/>
      <a:lstStyle>
        <a:defPPr algn="just">
          <a:defRPr dirty="0"/>
        </a:defPPr>
      </a:lstStyle>
    </a:spDef>
  </a:objectDefaults>
  <a:extraClrSchemeLst/>
  <a:extLst>
    <a:ext uri="{05A4C25C-085E-4340-85A3-A5531E510DB2}">
      <thm15:themeFamily xmlns:thm15="http://schemas.microsoft.com/office/thememl/2012/main" name="演示文稿1" id="{58207EA5-DF65-41EA-AC31-C4A3CCF3DB63}" vid="{ECDA9F49-FF6D-42F4-A480-1F82BD0E4C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4810</TotalTime>
  <Words>2157</Words>
  <Application>Microsoft Office PowerPoint</Application>
  <PresentationFormat>Widescreen</PresentationFormat>
  <Paragraphs>77</Paragraphs>
  <Slides>12</Slides>
  <Notes>9</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等线</vt:lpstr>
      <vt:lpstr>HarmonyOS Sans SC Black</vt:lpstr>
      <vt:lpstr>Arial</vt:lpstr>
      <vt:lpstr>Cambria Math</vt:lpstr>
      <vt:lpstr>Georgia</vt:lpstr>
      <vt:lpstr>自定义设计方案</vt:lpstr>
      <vt:lpstr>Midterm Presentation on PEMFC</vt:lpstr>
      <vt:lpstr>PowerPoint Presentation</vt:lpstr>
      <vt:lpstr>Introduction</vt:lpstr>
      <vt:lpstr>Reactant’s Pathway</vt:lpstr>
      <vt:lpstr>PowerPoint Presentation</vt:lpstr>
      <vt:lpstr>Membrane Electrode Assembly (MEA)</vt:lpstr>
      <vt:lpstr>PowerPoint Presentation</vt:lpstr>
      <vt:lpstr>PowerPoint Presentation</vt:lpstr>
      <vt:lpstr>PowerPoint Presentation</vt:lpstr>
      <vt:lpstr>Article Review</vt:lpstr>
      <vt:lpstr>PowerPoint Presentation</vt:lpstr>
      <vt:lpstr>PowerPoint Presentation</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李一</dc:creator>
  <cp:lastModifiedBy>David Sun</cp:lastModifiedBy>
  <cp:revision>280</cp:revision>
  <cp:lastPrinted>2017-10-17T16:00:00Z</cp:lastPrinted>
  <dcterms:created xsi:type="dcterms:W3CDTF">2017-10-17T16:00:00Z</dcterms:created>
  <dcterms:modified xsi:type="dcterms:W3CDTF">2026-10-05T18:58:08Z</dcterms:modified>
  <cp:category>work report</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a173570b-f82c-4049-95f2-66cf58a73903</vt:lpwstr>
  </property>
</Properties>
</file>